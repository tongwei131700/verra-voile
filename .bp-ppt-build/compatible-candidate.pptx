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50babd5eab4403" /><Relationship Type="http://schemas.openxmlformats.org/officeDocument/2006/relationships/extended-properties" Target="/docProps/app.xml" Id="R119bfcd518134a11" /><Relationship Type="http://schemas.openxmlformats.org/officeDocument/2006/relationships/officeDocument" Target="/ppt/presentation.xml" Id="R685aae4c187744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dc5963929c4631"/>
  </p:sldMasterIdLst>
  <p:notesMasterIdLst>
    <p:notesMasterId xmlns:r="http://schemas.openxmlformats.org/officeDocument/2006/relationships" r:id="R668a1823cfae4b20"/>
  </p:notesMasterIdLst>
  <p:sldIdLst>
    <p:sldId xmlns:r="http://schemas.openxmlformats.org/officeDocument/2006/relationships" id="256" r:id="Rd0ddfab122f047ab"/>
    <p:sldId xmlns:r="http://schemas.openxmlformats.org/officeDocument/2006/relationships" id="257" r:id="R5bdcfe28566e4363"/>
    <p:sldId xmlns:r="http://schemas.openxmlformats.org/officeDocument/2006/relationships" id="258" r:id="R33f6d2b01ee5415d"/>
    <p:sldId xmlns:r="http://schemas.openxmlformats.org/officeDocument/2006/relationships" id="259" r:id="R2eed08c247d24f48"/>
    <p:sldId xmlns:r="http://schemas.openxmlformats.org/officeDocument/2006/relationships" id="260" r:id="R7c32cf8cc466412b"/>
    <p:sldId xmlns:r="http://schemas.openxmlformats.org/officeDocument/2006/relationships" id="261" r:id="R6c3816c5f7d1480b"/>
    <p:sldId xmlns:r="http://schemas.openxmlformats.org/officeDocument/2006/relationships" id="262" r:id="R477fc4454a7c4607"/>
    <p:sldId xmlns:r="http://schemas.openxmlformats.org/officeDocument/2006/relationships" id="263" r:id="R0fe86138a2114907"/>
    <p:sldId xmlns:r="http://schemas.openxmlformats.org/officeDocument/2006/relationships" id="264" r:id="R7ddae13d2d25493d"/>
    <p:sldId xmlns:r="http://schemas.openxmlformats.org/officeDocument/2006/relationships" id="265" r:id="R8d1a9dce71604d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69c689af6d4eb4" /><Relationship Type="http://schemas.openxmlformats.org/officeDocument/2006/relationships/slideMaster" Target="/ppt/slideMasters/slideMaster1.xml" Id="Rd3dc5963929c4631" /><Relationship Type="http://schemas.openxmlformats.org/officeDocument/2006/relationships/notesMaster" Target="/ppt/notesMasters/notesMaster1.xml" Id="R668a1823cfae4b20" /><Relationship Type="http://schemas.openxmlformats.org/officeDocument/2006/relationships/presProps" Target="/ppt/presProps.xml" Id="R39ae164058ae4e86" /><Relationship Type="http://schemas.openxmlformats.org/officeDocument/2006/relationships/tableStyles" Target="/ppt/tableStyles.xml" Id="R8b4cb78486d14da9" /><Relationship Type="http://schemas.openxmlformats.org/officeDocument/2006/relationships/slide" Target="/ppt/slides/slide1.xml" Id="Rd0ddfab122f047ab" /><Relationship Type="http://schemas.openxmlformats.org/officeDocument/2006/relationships/slide" Target="/ppt/slides/slide2.xml" Id="R5bdcfe28566e4363" /><Relationship Type="http://schemas.openxmlformats.org/officeDocument/2006/relationships/slide" Target="/ppt/slides/slide3.xml" Id="R33f6d2b01ee5415d" /><Relationship Type="http://schemas.openxmlformats.org/officeDocument/2006/relationships/slide" Target="/ppt/slides/slide4.xml" Id="R2eed08c247d24f48" /><Relationship Type="http://schemas.openxmlformats.org/officeDocument/2006/relationships/slide" Target="/ppt/slides/slide5.xml" Id="R7c32cf8cc466412b" /><Relationship Type="http://schemas.openxmlformats.org/officeDocument/2006/relationships/slide" Target="/ppt/slides/slide6.xml" Id="R6c3816c5f7d1480b" /><Relationship Type="http://schemas.openxmlformats.org/officeDocument/2006/relationships/slide" Target="/ppt/slides/slide7.xml" Id="R477fc4454a7c4607" /><Relationship Type="http://schemas.openxmlformats.org/officeDocument/2006/relationships/slide" Target="/ppt/slides/slide8.xml" Id="R0fe86138a2114907" /><Relationship Type="http://schemas.openxmlformats.org/officeDocument/2006/relationships/slide" Target="/ppt/slides/slide9.xml" Id="R7ddae13d2d25493d" /><Relationship Type="http://schemas.openxmlformats.org/officeDocument/2006/relationships/slide" Target="/ppt/slides/slide10.xml" Id="R8d1a9dce71604d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4beff483db4c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5087f1288745bd" /><Relationship Type="http://schemas.openxmlformats.org/officeDocument/2006/relationships/notesMaster" Target="/ppt/notesMasters/notesMaster1.xml" Id="Ra36b5927c7d24a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f4a297069f467b" /><Relationship Type="http://schemas.openxmlformats.org/officeDocument/2006/relationships/notesMaster" Target="/ppt/notesMasters/notesMaster1.xml" Id="R23f824c2fa5147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d28572b92a4056" /><Relationship Type="http://schemas.openxmlformats.org/officeDocument/2006/relationships/notesMaster" Target="/ppt/notesMasters/notesMaster1.xml" Id="R5e30f54de59442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fe7f721f6e4d75" /><Relationship Type="http://schemas.openxmlformats.org/officeDocument/2006/relationships/notesMaster" Target="/ppt/notesMasters/notesMaster1.xml" Id="R4c3bf1d6015b40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41f8e02dfd4ed9" /><Relationship Type="http://schemas.openxmlformats.org/officeDocument/2006/relationships/notesMaster" Target="/ppt/notesMasters/notesMaster1.xml" Id="Re7c5329f71ac43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27595cf29a4e52" /><Relationship Type="http://schemas.openxmlformats.org/officeDocument/2006/relationships/notesMaster" Target="/ppt/notesMasters/notesMaster1.xml" Id="R3d428379889e4e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4592fbbb484662" /><Relationship Type="http://schemas.openxmlformats.org/officeDocument/2006/relationships/notesMaster" Target="/ppt/notesMasters/notesMaster1.xml" Id="R2265895385894e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ed7cc47bb4455d" /><Relationship Type="http://schemas.openxmlformats.org/officeDocument/2006/relationships/notesMaster" Target="/ppt/notesMasters/notesMaster1.xml" Id="Re3eb731291d14f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b579c62934494d" /><Relationship Type="http://schemas.openxmlformats.org/officeDocument/2006/relationships/notesMaster" Target="/ppt/notesMasters/notesMaster1.xml" Id="R6f0003adb3254f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634b102b384135" /><Relationship Type="http://schemas.openxmlformats.org/officeDocument/2006/relationships/notesMaster" Target="/ppt/notesMasters/notesMaster1.xml" Id="R40150f254e7b4e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来源：seed-round-bp.md。C2C 平台定位沿用原 BP。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资料来源：/Users/hongli/WorkSpace/Verra-Voile/seed-round-bp.md。</a:t>
            </a:r>
          </a:p>
          <a:p xmlns:a="http://schemas.openxmlformats.org/drawingml/2006/main">
            <a:br/>
            <a:r>
              <a:t>图标：Lucide，https://github.com/lucide-icons/lucide/blob/main/icons/shield-check.svg，ISC License。</a:t>
            </a:r>
          </a:p>
          <a:p xmlns:a="http://schemas.openxmlformats.org/drawingml/2006/main">
            <a:br/>
            <a:r>
              <a:t>图标：Lucide，https://github.com/lucide-icons/lucide/blob/main/icons/sliders-horizontal.svg，ISC License。</a:t>
            </a:r>
          </a:p>
          <a:p xmlns:a="http://schemas.openxmlformats.org/drawingml/2006/main">
            <a:br/>
            <a:r>
              <a:t>图标：Lucide，https://github.com/lucide-icons/lucide/blob/main/icons/sparkles.svg，ISC License。</a:t>
            </a:r>
          </a:p>
          <a:p xmlns:a="http://schemas.openxmlformats.org/drawingml/2006/main">
            <a:r>
              <a:t>原 BP 的76问承诺制、评分、保障金和奖惩为规划中的履约保障措施。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资料来源：/Users/hongli/WorkSpace/Verra-Voile/seed-round-bp.md。产品截图来自本地实际运行的 /photography/iceland 页面。AI 能力沿用 BP 描述，截图仅展示商家筛选。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资料来源：/Users/hongli/WorkSpace/Verra-Voile/seed-round-bp.md。BP 估算：TAM约1500亿元/年（含蜜月）、SAM约500亿元/年、SOM约5–8亿元/年。来源沿用 BP：民政部/新华社2026.10及恒州诚思/新浪财经2026.06，未独立核验。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资料来源：/Users/hongli/WorkSpace/Verra-Voile/seed-round-bp.md。BP 单位经济模型：基础套餐约国内2万元、海外8万元。增值服务利润率预估国内30%–50%、海外40%–60%；综合毛利约国内0.3–0.7万元、海外1.5–3.4万元，未扣获客、履约及固定费用。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资料来源：/Users/hongli/WorkSpace/Verra-Voile/seed-round-bp.md。获客情况为原 BP 自述，经媒体小范围投放获得欧洲场地婚礼咨询。展示资源不等同于签约供应商。原 BP 报告500+海外场地及Florajet 200+花卉SKU。</a:t>
            </a:r>
          </a:p>
          <a:p xmlns:a="http://schemas.openxmlformats.org/drawingml/2006/main">
            <a:br/>
            <a:r>
              <a:t>图标：Lucide，https://github.com/lucide-icons/lucide/blob/main/icons/message-circle.svg，ISC License。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资料来源：/Users/hongli/WorkSpace/Verra-Voile/seed-round-bp.md。竞争分析沿用原 BP 的定位判断，未独立核验竞品当前能力。长期优势依赖供应商、案例、选择及履约数据的持续积累。</a:t>
            </a:r>
          </a:p>
          <a:p xmlns:a="http://schemas.openxmlformats.org/drawingml/2006/main">
            <a:br/>
            <a:r>
              <a:t>图标：Lucide，https://github.com/lucide-icons/lucide/blob/main/icons/camera.svg，ISC License。</a:t>
            </a:r>
          </a:p>
          <a:p xmlns:a="http://schemas.openxmlformats.org/drawingml/2006/main">
            <a:br/>
            <a:r>
              <a:t>图标：Lucide，https://github.com/lucide-icons/lucide/blob/main/icons/handshake.svg，ISC License。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资料来源：/Users/hongli/WorkSpace/Verra-Voile/seed-round-bp.md。原 BP 三阶段策略为小规模验证约3个月、规模化扩张和海外突破。六个月目标：月活500+、合作供应商2000+、成交200+单，依赖后续资金补足。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/Users/hongli/WorkSpace/Verra-Voile/seed-round-bp.md。创始人童伟，西安电子科技大学，前阿里巴巴工程师（2024–2026）。技术顾问以咨询方式参与：曹强，西电/前携程；闫志超，华东理工/前阿里；孙苗苗，西电/前阿里；吴镇国，墨尔本大学/前阿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资料来源：/Users/hongli/WorkSpace/Verra-Voile/seed-round-bp.md。拟出让5%股份。原 BP 六个月完整预算262万元（场地12万、工资210万、推广40万），拟约25人，资金缺口212–232万元，需分阶段投入或后续融资。未自行更改预算或投资条款。联系：童伟，15536500878，微信13170018151，TW15536500878@163.com。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fcab492ead4de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d2693f637f43e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855ad6dcab48e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36e6db690e4e0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9ce3076f7b40f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e6f800cd9f40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AE55BF-C22C-4A15-9BB9-46FFF6E645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1613CD0-89FD-4BA9-9D30-420EF439DE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D2F3F96-2AA5-4F63-BBC4-DFC244B249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450790-BF8C-4EC3-89A4-37C5E9BE49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C5DCB42-8AC3-4016-8B3F-DE592FA66D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3F6CDC0-E512-4A4F-BCC0-6F9D8F641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9DA2CC-7E2C-4940-B97C-6BF79292D7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6666BFD-F613-4949-A317-6EC356A667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F9F970-3F2E-44C5-8AD5-5246C1772E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191A51B-4CE5-4710-BB12-8429F7F091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91075e1d794f3b" /><Relationship Type="http://schemas.openxmlformats.org/officeDocument/2006/relationships/slideLayout" Target="/ppt/slideLayouts/slideLayout1.xml" Id="Rf6cd49d9eea348a0" /><Relationship Type="http://schemas.openxmlformats.org/officeDocument/2006/relationships/slideLayout" Target="/ppt/slideLayouts/slideLayout2.xml" Id="R79734edbe62e4fa2" /><Relationship Type="http://schemas.openxmlformats.org/officeDocument/2006/relationships/slideLayout" Target="/ppt/slideLayouts/slideLayout3.xml" Id="Rb25260dbff8240c4" /><Relationship Type="http://schemas.openxmlformats.org/officeDocument/2006/relationships/slideLayout" Target="/ppt/slideLayouts/slideLayout4.xml" Id="Rca2af71a7968414a" /><Relationship Type="http://schemas.openxmlformats.org/officeDocument/2006/relationships/slideLayout" Target="/ppt/slideLayouts/slideLayout5.xml" Id="Ra2405709f89a4719" /><Relationship Type="http://schemas.openxmlformats.org/officeDocument/2006/relationships/slideLayout" Target="/ppt/slideLayouts/slideLayout6.xml" Id="R8b6c0b7a85dd45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cd49d9eea348a0"/>
    <p:sldLayoutId xmlns:r="http://schemas.openxmlformats.org/officeDocument/2006/relationships" id="2147483650" r:id="R79734edbe62e4fa2"/>
    <p:sldLayoutId xmlns:r="http://schemas.openxmlformats.org/officeDocument/2006/relationships" id="2147483651" r:id="Rb25260dbff8240c4"/>
    <p:sldLayoutId xmlns:r="http://schemas.openxmlformats.org/officeDocument/2006/relationships" id="2147483652" r:id="Rca2af71a7968414a"/>
    <p:sldLayoutId xmlns:r="http://schemas.openxmlformats.org/officeDocument/2006/relationships" id="2147483653" r:id="Ra2405709f89a4719"/>
    <p:sldLayoutId xmlns:r="http://schemas.openxmlformats.org/officeDocument/2006/relationships" id="2147483654" r:id="R8b6c0b7a85dd45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5db098964f4b4d" /><Relationship Type="http://schemas.openxmlformats.org/officeDocument/2006/relationships/notesSlide" Target="/ppt/notesSlides/notesSlide1.xml" Id="Rd1032abf4ca045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ab567ced704e12" /><Relationship Type="http://schemas.openxmlformats.org/officeDocument/2006/relationships/image" Target="/ppt/media/image.png" Id="R16d6110ad54b4107" /><Relationship Type="http://schemas.openxmlformats.org/officeDocument/2006/relationships/image" Target="/ppt/media/image2.png" Id="Rb10dd7473c5e4dc0" /><Relationship Type="http://schemas.openxmlformats.org/officeDocument/2006/relationships/image" Target="/ppt/media/image3.png" Id="Rde05276c87314946" /><Relationship Type="http://schemas.openxmlformats.org/officeDocument/2006/relationships/notesSlide" Target="/ppt/notesSlides/notesSlide2.xml" Id="Rfa19d5f4340140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770ff3c706439f" /><Relationship Type="http://schemas.openxmlformats.org/officeDocument/2006/relationships/image" Target="/ppt/media/image4.png" Id="R8b7722df45584b30" /><Relationship Type="http://schemas.openxmlformats.org/officeDocument/2006/relationships/notesSlide" Target="/ppt/notesSlides/notesSlide3.xml" Id="R61947615651747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d595477de64055" /><Relationship Type="http://schemas.openxmlformats.org/officeDocument/2006/relationships/notesSlide" Target="/ppt/notesSlides/notesSlide4.xml" Id="Rd00623ed792a42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05e831678741a7" /><Relationship Type="http://schemas.openxmlformats.org/officeDocument/2006/relationships/notesSlide" Target="/ppt/notesSlides/notesSlide5.xml" Id="R44b18b39735540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47f54dc26c41dc" /><Relationship Type="http://schemas.openxmlformats.org/officeDocument/2006/relationships/image" Target="/ppt/media/image5.png" Id="R5cf7f76f51b24bf7" /><Relationship Type="http://schemas.openxmlformats.org/officeDocument/2006/relationships/notesSlide" Target="/ppt/notesSlides/notesSlide6.xml" Id="Rf41957a2163c4e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4e8f59f84f4abc" /><Relationship Type="http://schemas.openxmlformats.org/officeDocument/2006/relationships/image" Target="/ppt/media/image6.png" Id="R955e48a870ad4926" /><Relationship Type="http://schemas.openxmlformats.org/officeDocument/2006/relationships/image" Target="/ppt/media/image7.png" Id="Rf731691a6ce14ca3" /><Relationship Type="http://schemas.openxmlformats.org/officeDocument/2006/relationships/notesSlide" Target="/ppt/notesSlides/notesSlide7.xml" Id="R6def11a6374346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d3f08462844f1a" /><Relationship Type="http://schemas.openxmlformats.org/officeDocument/2006/relationships/notesSlide" Target="/ppt/notesSlides/notesSlide8.xml" Id="R94c9d8b2e0094f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90ae4c7bdc4bab" /><Relationship Type="http://schemas.openxmlformats.org/officeDocument/2006/relationships/notesSlide" Target="/ppt/notesSlides/notesSlide9.xml" Id="Rb45f61e0a66c4f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04c4cf3f984a61" /><Relationship Type="http://schemas.openxmlformats.org/officeDocument/2006/relationships/notesSlide" Target="/ppt/notesSlides/notesSlide10.xml" Id="R158b226667794f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642D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4B579-6D05-45D6-881E-AE7DEFF4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43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E4CFC1"/>
                </a:solidFill>
              </a:defRPr>
            </a:defPPr>
            <a:lvl1pPr>
              <a:defRPr sz="2100" b="0">
                <a:solidFill>
                  <a:srgbClr val="E4CFC1"/>
                </a:solidFill>
              </a:defRPr>
            </a:lvl1pPr>
            <a:lvl2pPr>
              <a:defRPr sz="2100" b="0">
                <a:solidFill>
                  <a:srgbClr val="E4CFC1"/>
                </a:solidFill>
              </a:defRPr>
            </a:lvl2pPr>
            <a:lvl3pPr>
              <a:defRPr sz="2100" b="0">
                <a:solidFill>
                  <a:srgbClr val="E4CFC1"/>
                </a:solidFill>
              </a:defRPr>
            </a:lvl3pPr>
            <a:lvl4pPr>
              <a:defRPr sz="2100" b="0">
                <a:solidFill>
                  <a:srgbClr val="E4CFC1"/>
                </a:solidFill>
              </a:defRPr>
            </a:lvl4pPr>
            <a:lvl5pPr>
              <a:defRPr sz="2100" b="0">
                <a:solidFill>
                  <a:srgbClr val="E4CFC1"/>
                </a:solidFill>
              </a:defRPr>
            </a:lvl5pPr>
            <a:lvl6pPr>
              <a:defRPr sz="2100" b="0">
                <a:solidFill>
                  <a:srgbClr val="E4CFC1"/>
                </a:solidFill>
              </a:defRPr>
            </a:lvl6pPr>
            <a:lvl7pPr>
              <a:defRPr sz="2100" b="0">
                <a:solidFill>
                  <a:srgbClr val="E4CFC1"/>
                </a:solidFill>
              </a:defRPr>
            </a:lvl7pPr>
            <a:lvl8pPr>
              <a:defRPr sz="2100" b="0">
                <a:solidFill>
                  <a:srgbClr val="E4CFC1"/>
                </a:solidFill>
              </a:defRPr>
            </a:lvl8pPr>
            <a:lvl9pPr>
              <a:defRPr sz="2100" b="0">
                <a:solidFill>
                  <a:srgbClr val="E4CFC1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E4CFC1"/>
                </a:solidFill>
              </a:defRPr>
            </a:pPr>
            <a:r>
              <a:rPr sz="2100" b="0">
                <a:solidFill>
                  <a:srgbClr val="E4CFC1"/>
                </a:solidFill>
              </a:rPr>
              <a:t>VERRA VOILE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B3583-68FD-4E1E-9DA0-DB5B989F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66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FFFFFF"/>
                </a:solidFill>
              </a:defRPr>
            </a:defPPr>
            <a:lvl1pPr>
              <a:defRPr sz="4950" b="1">
                <a:solidFill>
                  <a:srgbClr val="FFFFFF"/>
                </a:solidFill>
              </a:defRPr>
            </a:lvl1pPr>
            <a:lvl2pPr>
              <a:defRPr sz="4950" b="1">
                <a:solidFill>
                  <a:srgbClr val="FFFFFF"/>
                </a:solidFill>
              </a:defRPr>
            </a:lvl2pPr>
            <a:lvl3pPr>
              <a:defRPr sz="4950" b="1">
                <a:solidFill>
                  <a:srgbClr val="FFFFFF"/>
                </a:solidFill>
              </a:defRPr>
            </a:lvl3pPr>
            <a:lvl4pPr>
              <a:defRPr sz="4950" b="1">
                <a:solidFill>
                  <a:srgbClr val="FFFFFF"/>
                </a:solidFill>
              </a:defRPr>
            </a:lvl4pPr>
            <a:lvl5pPr>
              <a:defRPr sz="4950" b="1">
                <a:solidFill>
                  <a:srgbClr val="FFFFFF"/>
                </a:solidFill>
              </a:defRPr>
            </a:lvl5pPr>
            <a:lvl6pPr>
              <a:defRPr sz="4950" b="1">
                <a:solidFill>
                  <a:srgbClr val="FFFFFF"/>
                </a:solidFill>
              </a:defRPr>
            </a:lvl6pPr>
            <a:lvl7pPr>
              <a:defRPr sz="4950" b="1">
                <a:solidFill>
                  <a:srgbClr val="FFFFFF"/>
                </a:solidFill>
              </a:defRPr>
            </a:lvl7pPr>
            <a:lvl8pPr>
              <a:defRPr sz="4950" b="1">
                <a:solidFill>
                  <a:srgbClr val="FFFFFF"/>
                </a:solidFill>
              </a:defRPr>
            </a:lvl8pPr>
            <a:lvl9pPr>
              <a:defRPr sz="49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AI 驱动的</a:t>
            </a:r>
          </a:p>
          <a:p xmlns:a="http://schemas.openxmlformats.org/drawingml/2006/main">
            <a:pPr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目的地婚礼平台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0508A-8ADF-493C-83A3-AC9FDD67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0E3D8"/>
                </a:solidFill>
              </a:defRPr>
            </a:defPPr>
            <a:lvl1pPr>
              <a:defRPr sz="2250" b="0">
                <a:solidFill>
                  <a:srgbClr val="F0E3D8"/>
                </a:solidFill>
              </a:defRPr>
            </a:lvl1pPr>
            <a:lvl2pPr>
              <a:defRPr sz="2250" b="0">
                <a:solidFill>
                  <a:srgbClr val="F0E3D8"/>
                </a:solidFill>
              </a:defRPr>
            </a:lvl2pPr>
            <a:lvl3pPr>
              <a:defRPr sz="2250" b="0">
                <a:solidFill>
                  <a:srgbClr val="F0E3D8"/>
                </a:solidFill>
              </a:defRPr>
            </a:lvl3pPr>
            <a:lvl4pPr>
              <a:defRPr sz="2250" b="0">
                <a:solidFill>
                  <a:srgbClr val="F0E3D8"/>
                </a:solidFill>
              </a:defRPr>
            </a:lvl4pPr>
            <a:lvl5pPr>
              <a:defRPr sz="2250" b="0">
                <a:solidFill>
                  <a:srgbClr val="F0E3D8"/>
                </a:solidFill>
              </a:defRPr>
            </a:lvl5pPr>
            <a:lvl6pPr>
              <a:defRPr sz="2250" b="0">
                <a:solidFill>
                  <a:srgbClr val="F0E3D8"/>
                </a:solidFill>
              </a:defRPr>
            </a:lvl6pPr>
            <a:lvl7pPr>
              <a:defRPr sz="2250" b="0">
                <a:solidFill>
                  <a:srgbClr val="F0E3D8"/>
                </a:solidFill>
              </a:defRPr>
            </a:lvl7pPr>
            <a:lvl8pPr>
              <a:defRPr sz="2250" b="0">
                <a:solidFill>
                  <a:srgbClr val="F0E3D8"/>
                </a:solidFill>
              </a:defRPr>
            </a:lvl8pPr>
            <a:lvl9pPr>
              <a:defRPr sz="2250" b="0">
                <a:solidFill>
                  <a:srgbClr val="F0E3D8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0E3D8"/>
                </a:solidFill>
              </a:defRPr>
            </a:pPr>
            <a:r>
              <a:rPr sz="2250" b="0">
                <a:solidFill>
                  <a:srgbClr val="F0E3D8"/>
                </a:solidFill>
              </a:rPr>
              <a:t>连接新人和独立商家，自由选配每一个婚礼环节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876A3-A1D4-424B-BDA0-9C63D56C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4CFC1"/>
                </a:solidFill>
              </a:defRPr>
            </a:defPPr>
            <a:lvl1pPr>
              <a:defRPr sz="1800" b="0">
                <a:solidFill>
                  <a:srgbClr val="E4CFC1"/>
                </a:solidFill>
              </a:defRPr>
            </a:lvl1pPr>
            <a:lvl2pPr>
              <a:defRPr sz="1800" b="0">
                <a:solidFill>
                  <a:srgbClr val="E4CFC1"/>
                </a:solidFill>
              </a:defRPr>
            </a:lvl2pPr>
            <a:lvl3pPr>
              <a:defRPr sz="1800" b="0">
                <a:solidFill>
                  <a:srgbClr val="E4CFC1"/>
                </a:solidFill>
              </a:defRPr>
            </a:lvl3pPr>
            <a:lvl4pPr>
              <a:defRPr sz="1800" b="0">
                <a:solidFill>
                  <a:srgbClr val="E4CFC1"/>
                </a:solidFill>
              </a:defRPr>
            </a:lvl4pPr>
            <a:lvl5pPr>
              <a:defRPr sz="1800" b="0">
                <a:solidFill>
                  <a:srgbClr val="E4CFC1"/>
                </a:solidFill>
              </a:defRPr>
            </a:lvl5pPr>
            <a:lvl6pPr>
              <a:defRPr sz="1800" b="0">
                <a:solidFill>
                  <a:srgbClr val="E4CFC1"/>
                </a:solidFill>
              </a:defRPr>
            </a:lvl6pPr>
            <a:lvl7pPr>
              <a:defRPr sz="1800" b="0">
                <a:solidFill>
                  <a:srgbClr val="E4CFC1"/>
                </a:solidFill>
              </a:defRPr>
            </a:lvl7pPr>
            <a:lvl8pPr>
              <a:defRPr sz="1800" b="0">
                <a:solidFill>
                  <a:srgbClr val="E4CFC1"/>
                </a:solidFill>
              </a:defRPr>
            </a:lvl8pPr>
            <a:lvl9pPr>
              <a:defRPr sz="1800" b="0">
                <a:solidFill>
                  <a:srgbClr val="E4CFC1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E4CFC1"/>
                </a:solidFill>
              </a:defRPr>
            </a:pPr>
            <a:r>
              <a:rPr sz="1800" b="0">
                <a:solidFill>
                  <a:srgbClr val="E4CFC1"/>
                </a:solidFill>
              </a:rPr>
              <a:t>天使轮融资计划   2026.10</a:t>
            </a:r>
          </a:p>
        </p:txBody>
      </p:sp>
    </p:spTree>
    <p:extLst>
      <p:ext uri="{BB962C8B-B14F-4D97-AF65-F5344CB8AC3E}">
        <p14:creationId xmlns:p14="http://schemas.microsoft.com/office/powerpoint/2010/main" val="3902002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194AB-1371-43C3-8B3F-06C0BE45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新人需要可信、透明且可自由组合的服务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65242-906A-4228-9703-41DD0854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2C29A-8FE2-4FF2-AD40-787CD5F2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331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42D3E"/>
                </a:solidFill>
              </a:defRPr>
            </a:defPPr>
            <a:lvl1pPr>
              <a:defRPr sz="2250" b="1">
                <a:solidFill>
                  <a:srgbClr val="642D3E"/>
                </a:solidFill>
              </a:defRPr>
            </a:lvl1pPr>
            <a:lvl2pPr>
              <a:defRPr sz="2250" b="1">
                <a:solidFill>
                  <a:srgbClr val="642D3E"/>
                </a:solidFill>
              </a:defRPr>
            </a:lvl2pPr>
            <a:lvl3pPr>
              <a:defRPr sz="2250" b="1">
                <a:solidFill>
                  <a:srgbClr val="642D3E"/>
                </a:solidFill>
              </a:defRPr>
            </a:lvl3pPr>
            <a:lvl4pPr>
              <a:defRPr sz="2250" b="1">
                <a:solidFill>
                  <a:srgbClr val="642D3E"/>
                </a:solidFill>
              </a:defRPr>
            </a:lvl4pPr>
            <a:lvl5pPr>
              <a:defRPr sz="2250" b="1">
                <a:solidFill>
                  <a:srgbClr val="642D3E"/>
                </a:solidFill>
              </a:defRPr>
            </a:lvl5pPr>
            <a:lvl6pPr>
              <a:defRPr sz="2250" b="1">
                <a:solidFill>
                  <a:srgbClr val="642D3E"/>
                </a:solidFill>
              </a:defRPr>
            </a:lvl6pPr>
            <a:lvl7pPr>
              <a:defRPr sz="2250" b="1">
                <a:solidFill>
                  <a:srgbClr val="642D3E"/>
                </a:solidFill>
              </a:defRPr>
            </a:lvl7pPr>
            <a:lvl8pPr>
              <a:defRPr sz="2250" b="1">
                <a:solidFill>
                  <a:srgbClr val="642D3E"/>
                </a:solidFill>
              </a:defRPr>
            </a:lvl8pPr>
            <a:lvl9pPr>
              <a:defRPr sz="22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42D3E"/>
                </a:solidFill>
              </a:defRPr>
            </a:pPr>
            <a:r>
              <a:rPr sz="2250" b="1">
                <a:solidFill>
                  <a:srgbClr val="642D3E"/>
                </a:solidFill>
              </a:rPr>
              <a:t>难判断服务质量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AD54C-6736-4624-BD38-9C5FCEF0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331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9"/>
                </a:solidFill>
              </a:defRPr>
            </a:defPPr>
            <a:lvl1pPr>
              <a:defRPr sz="1950" b="0">
                <a:solidFill>
                  <a:srgbClr val="302B29"/>
                </a:solidFill>
              </a:defRPr>
            </a:lvl1pPr>
            <a:lvl2pPr>
              <a:defRPr sz="1950" b="0">
                <a:solidFill>
                  <a:srgbClr val="302B29"/>
                </a:solidFill>
              </a:defRPr>
            </a:lvl2pPr>
            <a:lvl3pPr>
              <a:defRPr sz="1950" b="0">
                <a:solidFill>
                  <a:srgbClr val="302B29"/>
                </a:solidFill>
              </a:defRPr>
            </a:lvl3pPr>
            <a:lvl4pPr>
              <a:defRPr sz="1950" b="0">
                <a:solidFill>
                  <a:srgbClr val="302B29"/>
                </a:solidFill>
              </a:defRPr>
            </a:lvl4pPr>
            <a:lvl5pPr>
              <a:defRPr sz="1950" b="0">
                <a:solidFill>
                  <a:srgbClr val="302B29"/>
                </a:solidFill>
              </a:defRPr>
            </a:lvl5pPr>
            <a:lvl6pPr>
              <a:defRPr sz="1950" b="0">
                <a:solidFill>
                  <a:srgbClr val="302B29"/>
                </a:solidFill>
              </a:defRPr>
            </a:lvl6pPr>
            <a:lvl7pPr>
              <a:defRPr sz="1950" b="0">
                <a:solidFill>
                  <a:srgbClr val="302B29"/>
                </a:solidFill>
              </a:defRPr>
            </a:lvl7pPr>
            <a:lvl8pPr>
              <a:defRPr sz="1950" b="0">
                <a:solidFill>
                  <a:srgbClr val="302B29"/>
                </a:solidFill>
              </a:defRPr>
            </a:lvl8pPr>
            <a:lvl9pPr>
              <a:defRPr sz="19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商家信誉与案例分散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37B20-95AA-44E7-9ECC-F9049C0C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331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302B29"/>
                </a:solidFill>
              </a:defRPr>
            </a:defPPr>
            <a:lvl1pPr>
              <a:defRPr sz="2100" b="1">
                <a:solidFill>
                  <a:srgbClr val="302B29"/>
                </a:solidFill>
              </a:defRPr>
            </a:lvl1pPr>
            <a:lvl2pPr>
              <a:defRPr sz="2100" b="1">
                <a:solidFill>
                  <a:srgbClr val="302B29"/>
                </a:solidFill>
              </a:defRPr>
            </a:lvl2pPr>
            <a:lvl3pPr>
              <a:defRPr sz="2100" b="1">
                <a:solidFill>
                  <a:srgbClr val="302B29"/>
                </a:solidFill>
              </a:defRPr>
            </a:lvl3pPr>
            <a:lvl4pPr>
              <a:defRPr sz="2100" b="1">
                <a:solidFill>
                  <a:srgbClr val="302B29"/>
                </a:solidFill>
              </a:defRPr>
            </a:lvl4pPr>
            <a:lvl5pPr>
              <a:defRPr sz="2100" b="1">
                <a:solidFill>
                  <a:srgbClr val="302B29"/>
                </a:solidFill>
              </a:defRPr>
            </a:lvl5pPr>
            <a:lvl6pPr>
              <a:defRPr sz="2100" b="1">
                <a:solidFill>
                  <a:srgbClr val="302B29"/>
                </a:solidFill>
              </a:defRPr>
            </a:lvl6pPr>
            <a:lvl7pPr>
              <a:defRPr sz="2100" b="1">
                <a:solidFill>
                  <a:srgbClr val="302B29"/>
                </a:solidFill>
              </a:defRPr>
            </a:lvl7pPr>
            <a:lvl8pPr>
              <a:defRPr sz="2100" b="1">
                <a:solidFill>
                  <a:srgbClr val="302B29"/>
                </a:solidFill>
              </a:defRPr>
            </a:lvl8pPr>
            <a:lvl9pPr>
              <a:defRPr sz="2100" b="1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02B29"/>
                </a:solidFill>
              </a:defRPr>
            </a:pPr>
            <a:r>
              <a:rPr sz="2100" b="1">
                <a:solidFill>
                  <a:srgbClr val="302B29"/>
                </a:solidFill>
              </a:rPr>
              <a:t>真实案例建立信任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50CC3-5F48-4C97-9C08-CEFDB09A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76550"/>
            <a:ext cx="331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42D3E"/>
                </a:solidFill>
              </a:defRPr>
            </a:defPPr>
            <a:lvl1pPr>
              <a:defRPr sz="2250" b="1">
                <a:solidFill>
                  <a:srgbClr val="642D3E"/>
                </a:solidFill>
              </a:defRPr>
            </a:lvl1pPr>
            <a:lvl2pPr>
              <a:defRPr sz="2250" b="1">
                <a:solidFill>
                  <a:srgbClr val="642D3E"/>
                </a:solidFill>
              </a:defRPr>
            </a:lvl2pPr>
            <a:lvl3pPr>
              <a:defRPr sz="2250" b="1">
                <a:solidFill>
                  <a:srgbClr val="642D3E"/>
                </a:solidFill>
              </a:defRPr>
            </a:lvl3pPr>
            <a:lvl4pPr>
              <a:defRPr sz="2250" b="1">
                <a:solidFill>
                  <a:srgbClr val="642D3E"/>
                </a:solidFill>
              </a:defRPr>
            </a:lvl4pPr>
            <a:lvl5pPr>
              <a:defRPr sz="2250" b="1">
                <a:solidFill>
                  <a:srgbClr val="642D3E"/>
                </a:solidFill>
              </a:defRPr>
            </a:lvl5pPr>
            <a:lvl6pPr>
              <a:defRPr sz="2250" b="1">
                <a:solidFill>
                  <a:srgbClr val="642D3E"/>
                </a:solidFill>
              </a:defRPr>
            </a:lvl6pPr>
            <a:lvl7pPr>
              <a:defRPr sz="2250" b="1">
                <a:solidFill>
                  <a:srgbClr val="642D3E"/>
                </a:solidFill>
              </a:defRPr>
            </a:lvl7pPr>
            <a:lvl8pPr>
              <a:defRPr sz="2250" b="1">
                <a:solidFill>
                  <a:srgbClr val="642D3E"/>
                </a:solidFill>
              </a:defRPr>
            </a:lvl8pPr>
            <a:lvl9pPr>
              <a:defRPr sz="22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42D3E"/>
                </a:solidFill>
              </a:defRPr>
            </a:pPr>
            <a:r>
              <a:rPr sz="2250" b="1">
                <a:solidFill>
                  <a:srgbClr val="642D3E"/>
                </a:solidFill>
              </a:rPr>
              <a:t>套餐价格不透明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EEF8F-5B53-4244-829F-45B86733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19500"/>
            <a:ext cx="331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9"/>
                </a:solidFill>
              </a:defRPr>
            </a:defPPr>
            <a:lvl1pPr>
              <a:defRPr sz="1950" b="0">
                <a:solidFill>
                  <a:srgbClr val="302B29"/>
                </a:solidFill>
              </a:defRPr>
            </a:lvl1pPr>
            <a:lvl2pPr>
              <a:defRPr sz="1950" b="0">
                <a:solidFill>
                  <a:srgbClr val="302B29"/>
                </a:solidFill>
              </a:defRPr>
            </a:lvl2pPr>
            <a:lvl3pPr>
              <a:defRPr sz="1950" b="0">
                <a:solidFill>
                  <a:srgbClr val="302B29"/>
                </a:solidFill>
              </a:defRPr>
            </a:lvl3pPr>
            <a:lvl4pPr>
              <a:defRPr sz="1950" b="0">
                <a:solidFill>
                  <a:srgbClr val="302B29"/>
                </a:solidFill>
              </a:defRPr>
            </a:lvl4pPr>
            <a:lvl5pPr>
              <a:defRPr sz="1950" b="0">
                <a:solidFill>
                  <a:srgbClr val="302B29"/>
                </a:solidFill>
              </a:defRPr>
            </a:lvl5pPr>
            <a:lvl6pPr>
              <a:defRPr sz="1950" b="0">
                <a:solidFill>
                  <a:srgbClr val="302B29"/>
                </a:solidFill>
              </a:defRPr>
            </a:lvl6pPr>
            <a:lvl7pPr>
              <a:defRPr sz="1950" b="0">
                <a:solidFill>
                  <a:srgbClr val="302B29"/>
                </a:solidFill>
              </a:defRPr>
            </a:lvl7pPr>
            <a:lvl8pPr>
              <a:defRPr sz="1950" b="0">
                <a:solidFill>
                  <a:srgbClr val="302B29"/>
                </a:solidFill>
              </a:defRPr>
            </a:lvl8pPr>
            <a:lvl9pPr>
              <a:defRPr sz="19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单项服务难以比较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0C970-B84C-446B-BFD7-9AB3A047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10100"/>
            <a:ext cx="331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302B29"/>
                </a:solidFill>
              </a:defRPr>
            </a:defPPr>
            <a:lvl1pPr>
              <a:defRPr sz="2100" b="1">
                <a:solidFill>
                  <a:srgbClr val="302B29"/>
                </a:solidFill>
              </a:defRPr>
            </a:lvl1pPr>
            <a:lvl2pPr>
              <a:defRPr sz="2100" b="1">
                <a:solidFill>
                  <a:srgbClr val="302B29"/>
                </a:solidFill>
              </a:defRPr>
            </a:lvl2pPr>
            <a:lvl3pPr>
              <a:defRPr sz="2100" b="1">
                <a:solidFill>
                  <a:srgbClr val="302B29"/>
                </a:solidFill>
              </a:defRPr>
            </a:lvl3pPr>
            <a:lvl4pPr>
              <a:defRPr sz="2100" b="1">
                <a:solidFill>
                  <a:srgbClr val="302B29"/>
                </a:solidFill>
              </a:defRPr>
            </a:lvl4pPr>
            <a:lvl5pPr>
              <a:defRPr sz="2100" b="1">
                <a:solidFill>
                  <a:srgbClr val="302B29"/>
                </a:solidFill>
              </a:defRPr>
            </a:lvl5pPr>
            <a:lvl6pPr>
              <a:defRPr sz="2100" b="1">
                <a:solidFill>
                  <a:srgbClr val="302B29"/>
                </a:solidFill>
              </a:defRPr>
            </a:lvl6pPr>
            <a:lvl7pPr>
              <a:defRPr sz="2100" b="1">
                <a:solidFill>
                  <a:srgbClr val="302B29"/>
                </a:solidFill>
              </a:defRPr>
            </a:lvl7pPr>
            <a:lvl8pPr>
              <a:defRPr sz="2100" b="1">
                <a:solidFill>
                  <a:srgbClr val="302B29"/>
                </a:solidFill>
              </a:defRPr>
            </a:lvl8pPr>
            <a:lvl9pPr>
              <a:defRPr sz="2100" b="1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02B29"/>
                </a:solidFill>
              </a:defRPr>
            </a:pPr>
            <a:r>
              <a:rPr sz="2100" b="1">
                <a:solidFill>
                  <a:srgbClr val="302B29"/>
                </a:solidFill>
              </a:rPr>
              <a:t>按品类筛选与比价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CB6503-ED2A-465C-A8BF-2D3CED65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331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42D3E"/>
                </a:solidFill>
              </a:defRPr>
            </a:defPPr>
            <a:lvl1pPr>
              <a:defRPr sz="2250" b="1">
                <a:solidFill>
                  <a:srgbClr val="642D3E"/>
                </a:solidFill>
              </a:defRPr>
            </a:lvl1pPr>
            <a:lvl2pPr>
              <a:defRPr sz="2250" b="1">
                <a:solidFill>
                  <a:srgbClr val="642D3E"/>
                </a:solidFill>
              </a:defRPr>
            </a:lvl2pPr>
            <a:lvl3pPr>
              <a:defRPr sz="2250" b="1">
                <a:solidFill>
                  <a:srgbClr val="642D3E"/>
                </a:solidFill>
              </a:defRPr>
            </a:lvl3pPr>
            <a:lvl4pPr>
              <a:defRPr sz="2250" b="1">
                <a:solidFill>
                  <a:srgbClr val="642D3E"/>
                </a:solidFill>
              </a:defRPr>
            </a:lvl4pPr>
            <a:lvl5pPr>
              <a:defRPr sz="2250" b="1">
                <a:solidFill>
                  <a:srgbClr val="642D3E"/>
                </a:solidFill>
              </a:defRPr>
            </a:lvl5pPr>
            <a:lvl6pPr>
              <a:defRPr sz="2250" b="1">
                <a:solidFill>
                  <a:srgbClr val="642D3E"/>
                </a:solidFill>
              </a:defRPr>
            </a:lvl6pPr>
            <a:lvl7pPr>
              <a:defRPr sz="2250" b="1">
                <a:solidFill>
                  <a:srgbClr val="642D3E"/>
                </a:solidFill>
              </a:defRPr>
            </a:lvl7pPr>
            <a:lvl8pPr>
              <a:defRPr sz="2250" b="1">
                <a:solidFill>
                  <a:srgbClr val="642D3E"/>
                </a:solidFill>
              </a:defRPr>
            </a:lvl8pPr>
            <a:lvl9pPr>
              <a:defRPr sz="22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42D3E"/>
                </a:solidFill>
              </a:defRPr>
            </a:pPr>
            <a:r>
              <a:rPr sz="2250" b="1">
                <a:solidFill>
                  <a:srgbClr val="642D3E"/>
                </a:solidFill>
              </a:rPr>
              <a:t>跨地域筹备复杂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3E473-CEFA-407F-AFDA-250250A0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331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02B29"/>
                </a:solidFill>
              </a:defRPr>
            </a:defPPr>
            <a:lvl1pPr>
              <a:defRPr sz="1950" b="0">
                <a:solidFill>
                  <a:srgbClr val="302B29"/>
                </a:solidFill>
              </a:defRPr>
            </a:lvl1pPr>
            <a:lvl2pPr>
              <a:defRPr sz="1950" b="0">
                <a:solidFill>
                  <a:srgbClr val="302B29"/>
                </a:solidFill>
              </a:defRPr>
            </a:lvl2pPr>
            <a:lvl3pPr>
              <a:defRPr sz="1950" b="0">
                <a:solidFill>
                  <a:srgbClr val="302B29"/>
                </a:solidFill>
              </a:defRPr>
            </a:lvl3pPr>
            <a:lvl4pPr>
              <a:defRPr sz="1950" b="0">
                <a:solidFill>
                  <a:srgbClr val="302B29"/>
                </a:solidFill>
              </a:defRPr>
            </a:lvl4pPr>
            <a:lvl5pPr>
              <a:defRPr sz="1950" b="0">
                <a:solidFill>
                  <a:srgbClr val="302B29"/>
                </a:solidFill>
              </a:defRPr>
            </a:lvl5pPr>
            <a:lvl6pPr>
              <a:defRPr sz="1950" b="0">
                <a:solidFill>
                  <a:srgbClr val="302B29"/>
                </a:solidFill>
              </a:defRPr>
            </a:lvl6pPr>
            <a:lvl7pPr>
              <a:defRPr sz="1950" b="0">
                <a:solidFill>
                  <a:srgbClr val="302B29"/>
                </a:solidFill>
              </a:defRPr>
            </a:lvl7pPr>
            <a:lvl8pPr>
              <a:defRPr sz="1950" b="0">
                <a:solidFill>
                  <a:srgbClr val="302B29"/>
                </a:solidFill>
              </a:defRPr>
            </a:lvl8pPr>
            <a:lvl9pPr>
              <a:defRPr sz="19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2B29"/>
                </a:solidFill>
              </a:defRPr>
            </a:pPr>
            <a:r>
              <a:rPr sz="1950" b="0">
                <a:solidFill>
                  <a:srgbClr val="302B29"/>
                </a:solidFill>
              </a:rPr>
              <a:t>供应商选择与协调费时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7D52E2-9C25-4BF2-A513-EFFDCA25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10100"/>
            <a:ext cx="331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302B29"/>
                </a:solidFill>
              </a:defRPr>
            </a:defPPr>
            <a:lvl1pPr>
              <a:defRPr sz="2100" b="1">
                <a:solidFill>
                  <a:srgbClr val="302B29"/>
                </a:solidFill>
              </a:defRPr>
            </a:lvl1pPr>
            <a:lvl2pPr>
              <a:defRPr sz="2100" b="1">
                <a:solidFill>
                  <a:srgbClr val="302B29"/>
                </a:solidFill>
              </a:defRPr>
            </a:lvl2pPr>
            <a:lvl3pPr>
              <a:defRPr sz="2100" b="1">
                <a:solidFill>
                  <a:srgbClr val="302B29"/>
                </a:solidFill>
              </a:defRPr>
            </a:lvl3pPr>
            <a:lvl4pPr>
              <a:defRPr sz="2100" b="1">
                <a:solidFill>
                  <a:srgbClr val="302B29"/>
                </a:solidFill>
              </a:defRPr>
            </a:lvl4pPr>
            <a:lvl5pPr>
              <a:defRPr sz="2100" b="1">
                <a:solidFill>
                  <a:srgbClr val="302B29"/>
                </a:solidFill>
              </a:defRPr>
            </a:lvl5pPr>
            <a:lvl6pPr>
              <a:defRPr sz="2100" b="1">
                <a:solidFill>
                  <a:srgbClr val="302B29"/>
                </a:solidFill>
              </a:defRPr>
            </a:lvl6pPr>
            <a:lvl7pPr>
              <a:defRPr sz="2100" b="1">
                <a:solidFill>
                  <a:srgbClr val="302B29"/>
                </a:solidFill>
              </a:defRPr>
            </a:lvl7pPr>
            <a:lvl8pPr>
              <a:defRPr sz="2100" b="1">
                <a:solidFill>
                  <a:srgbClr val="302B29"/>
                </a:solidFill>
              </a:defRPr>
            </a:lvl8pPr>
            <a:lvl9pPr>
              <a:defRPr sz="2100" b="1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02B29"/>
                </a:solidFill>
              </a:defRPr>
            </a:pPr>
            <a:r>
              <a:rPr sz="2100" b="1">
                <a:solidFill>
                  <a:srgbClr val="302B29"/>
                </a:solidFill>
              </a:rPr>
              <a:t>AI 辅助组合婚礼方案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AF2C92-694E-47A1-97E6-6669C06DD3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6110ad54b4107"/>
          <a:stretch xmlns:a="http://schemas.openxmlformats.org/drawingml/2006/main"/>
        </p:blipFill>
        <p:spPr>
          <a:xfrm xmlns:a="http://schemas.openxmlformats.org/drawingml/2006/main">
            <a:off x="723900" y="1924050"/>
            <a:ext cx="609600" cy="609600"/>
          </a:xfrm>
          <a:prstGeom xmlns:a="http://schemas.openxmlformats.org/drawingml/2006/main" prst="rect">
            <a:avLst/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CA129-918D-4730-BB0F-51247981F8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dd7473c5e4dc0"/>
          <a:stretch xmlns:a="http://schemas.openxmlformats.org/drawingml/2006/main"/>
        </p:blipFill>
        <p:spPr>
          <a:xfrm xmlns:a="http://schemas.openxmlformats.org/drawingml/2006/main">
            <a:off x="4457700" y="1924050"/>
            <a:ext cx="609600" cy="609600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E324B-78D5-436E-B1B8-08F3DB94EF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5276c87314946"/>
          <a:stretch xmlns:a="http://schemas.openxmlformats.org/drawingml/2006/main"/>
        </p:blipFill>
        <p:spPr>
          <a:xfrm xmlns:a="http://schemas.openxmlformats.org/drawingml/2006/main">
            <a:off x="8191500" y="1924050"/>
            <a:ext cx="609600" cy="60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9373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F8D4C-B1EE-4F78-B0CA-F7DAD3D0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产品已上线，可筛选商家并咨询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F4415-44CF-4C4D-91AC-5054928F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80AC4-5575-4506-AFBD-AC1936B393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722df45584b30"/>
          <a:stretch xmlns:a="http://schemas.openxmlformats.org/drawingml/2006/main"/>
        </p:blipFill>
        <p:spPr>
          <a:xfrm xmlns:a="http://schemas.openxmlformats.org/drawingml/2006/main">
            <a:off x="1230630" y="1714500"/>
            <a:ext cx="6035040" cy="4191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61643-066A-4AF0-A94C-065618D4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002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642D3E"/>
                </a:solidFill>
              </a:defRPr>
            </a:defPPr>
            <a:lvl1pPr>
              <a:defRPr sz="2550" b="1">
                <a:solidFill>
                  <a:srgbClr val="642D3E"/>
                </a:solidFill>
              </a:defRPr>
            </a:lvl1pPr>
            <a:lvl2pPr>
              <a:defRPr sz="2550" b="1">
                <a:solidFill>
                  <a:srgbClr val="642D3E"/>
                </a:solidFill>
              </a:defRPr>
            </a:lvl2pPr>
            <a:lvl3pPr>
              <a:defRPr sz="2550" b="1">
                <a:solidFill>
                  <a:srgbClr val="642D3E"/>
                </a:solidFill>
              </a:defRPr>
            </a:lvl3pPr>
            <a:lvl4pPr>
              <a:defRPr sz="2550" b="1">
                <a:solidFill>
                  <a:srgbClr val="642D3E"/>
                </a:solidFill>
              </a:defRPr>
            </a:lvl4pPr>
            <a:lvl5pPr>
              <a:defRPr sz="2550" b="1">
                <a:solidFill>
                  <a:srgbClr val="642D3E"/>
                </a:solidFill>
              </a:defRPr>
            </a:lvl5pPr>
            <a:lvl6pPr>
              <a:defRPr sz="2550" b="1">
                <a:solidFill>
                  <a:srgbClr val="642D3E"/>
                </a:solidFill>
              </a:defRPr>
            </a:lvl6pPr>
            <a:lvl7pPr>
              <a:defRPr sz="2550" b="1">
                <a:solidFill>
                  <a:srgbClr val="642D3E"/>
                </a:solidFill>
              </a:defRPr>
            </a:lvl7pPr>
            <a:lvl8pPr>
              <a:defRPr sz="2550" b="1">
                <a:solidFill>
                  <a:srgbClr val="642D3E"/>
                </a:solidFill>
              </a:defRPr>
            </a:lvl8pPr>
            <a:lvl9pPr>
              <a:defRPr sz="25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642D3E"/>
                </a:solidFill>
              </a:defRPr>
            </a:pPr>
            <a:r>
              <a:rPr sz="2550" b="1">
                <a:solidFill>
                  <a:srgbClr val="642D3E"/>
                </a:solidFill>
              </a:rPr>
              <a:t>自主选配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9B3AE-253D-4400-BEF7-3AC70971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051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02B29"/>
                </a:solidFill>
              </a:defRPr>
            </a:defPPr>
            <a:lvl1pPr>
              <a:defRPr sz="2100" b="0">
                <a:solidFill>
                  <a:srgbClr val="302B29"/>
                </a:solidFill>
              </a:defRPr>
            </a:lvl1pPr>
            <a:lvl2pPr>
              <a:defRPr sz="2100" b="0">
                <a:solidFill>
                  <a:srgbClr val="302B29"/>
                </a:solidFill>
              </a:defRPr>
            </a:lvl2pPr>
            <a:lvl3pPr>
              <a:defRPr sz="2100" b="0">
                <a:solidFill>
                  <a:srgbClr val="302B29"/>
                </a:solidFill>
              </a:defRPr>
            </a:lvl3pPr>
            <a:lvl4pPr>
              <a:defRPr sz="2100" b="0">
                <a:solidFill>
                  <a:srgbClr val="302B29"/>
                </a:solidFill>
              </a:defRPr>
            </a:lvl4pPr>
            <a:lvl5pPr>
              <a:defRPr sz="2100" b="0">
                <a:solidFill>
                  <a:srgbClr val="302B29"/>
                </a:solidFill>
              </a:defRPr>
            </a:lvl5pPr>
            <a:lvl6pPr>
              <a:defRPr sz="2100" b="0">
                <a:solidFill>
                  <a:srgbClr val="302B29"/>
                </a:solidFill>
              </a:defRPr>
            </a:lvl6pPr>
            <a:lvl7pPr>
              <a:defRPr sz="2100" b="0">
                <a:solidFill>
                  <a:srgbClr val="302B29"/>
                </a:solidFill>
              </a:defRPr>
            </a:lvl7pPr>
            <a:lvl8pPr>
              <a:defRPr sz="2100" b="0">
                <a:solidFill>
                  <a:srgbClr val="302B29"/>
                </a:solidFill>
              </a:defRPr>
            </a:lvl8pPr>
            <a:lvl9pPr>
              <a:defRPr sz="210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B29"/>
                </a:solidFill>
              </a:defRPr>
            </a:pPr>
            <a:r>
              <a:rPr sz="2100" b="0">
                <a:solidFill>
                  <a:srgbClr val="302B29"/>
                </a:solidFill>
              </a:rPr>
              <a:t>场地、摄影、花艺等</a:t>
            </a:r>
          </a:p>
          <a:p xmlns:a="http://schemas.openxmlformats.org/drawingml/2006/main">
            <a:pPr>
              <a:defRPr sz="2100" b="0">
                <a:solidFill>
                  <a:srgbClr val="302B29"/>
                </a:solidFill>
              </a:defRPr>
            </a:pPr>
            <a:r>
              <a:rPr sz="2100" b="0">
                <a:solidFill>
                  <a:srgbClr val="302B29"/>
                </a:solidFill>
              </a:rPr>
              <a:t>独立筛选与比较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F2964A-7C83-4216-B7CE-9E21F77E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290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642D3E"/>
                </a:solidFill>
              </a:defRPr>
            </a:defPPr>
            <a:lvl1pPr>
              <a:defRPr sz="2550" b="1">
                <a:solidFill>
                  <a:srgbClr val="642D3E"/>
                </a:solidFill>
              </a:defRPr>
            </a:lvl1pPr>
            <a:lvl2pPr>
              <a:defRPr sz="2550" b="1">
                <a:solidFill>
                  <a:srgbClr val="642D3E"/>
                </a:solidFill>
              </a:defRPr>
            </a:lvl2pPr>
            <a:lvl3pPr>
              <a:defRPr sz="2550" b="1">
                <a:solidFill>
                  <a:srgbClr val="642D3E"/>
                </a:solidFill>
              </a:defRPr>
            </a:lvl3pPr>
            <a:lvl4pPr>
              <a:defRPr sz="2550" b="1">
                <a:solidFill>
                  <a:srgbClr val="642D3E"/>
                </a:solidFill>
              </a:defRPr>
            </a:lvl4pPr>
            <a:lvl5pPr>
              <a:defRPr sz="2550" b="1">
                <a:solidFill>
                  <a:srgbClr val="642D3E"/>
                </a:solidFill>
              </a:defRPr>
            </a:lvl5pPr>
            <a:lvl6pPr>
              <a:defRPr sz="2550" b="1">
                <a:solidFill>
                  <a:srgbClr val="642D3E"/>
                </a:solidFill>
              </a:defRPr>
            </a:lvl6pPr>
            <a:lvl7pPr>
              <a:defRPr sz="2550" b="1">
                <a:solidFill>
                  <a:srgbClr val="642D3E"/>
                </a:solidFill>
              </a:defRPr>
            </a:lvl7pPr>
            <a:lvl8pPr>
              <a:defRPr sz="2550" b="1">
                <a:solidFill>
                  <a:srgbClr val="642D3E"/>
                </a:solidFill>
              </a:defRPr>
            </a:lvl8pPr>
            <a:lvl9pPr>
              <a:defRPr sz="25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642D3E"/>
                </a:solidFill>
              </a:defRPr>
            </a:pPr>
            <a:r>
              <a:rPr sz="2550" b="1">
                <a:solidFill>
                  <a:srgbClr val="642D3E"/>
                </a:solidFill>
              </a:rPr>
              <a:t>AI 智能顾问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27B30-AA3D-4DE1-B3F7-87CACD39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244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02B29"/>
                </a:solidFill>
              </a:defRPr>
            </a:defPPr>
            <a:lvl1pPr>
              <a:defRPr sz="2100" b="0">
                <a:solidFill>
                  <a:srgbClr val="302B29"/>
                </a:solidFill>
              </a:defRPr>
            </a:lvl1pPr>
            <a:lvl2pPr>
              <a:defRPr sz="2100" b="0">
                <a:solidFill>
                  <a:srgbClr val="302B29"/>
                </a:solidFill>
              </a:defRPr>
            </a:lvl2pPr>
            <a:lvl3pPr>
              <a:defRPr sz="2100" b="0">
                <a:solidFill>
                  <a:srgbClr val="302B29"/>
                </a:solidFill>
              </a:defRPr>
            </a:lvl3pPr>
            <a:lvl4pPr>
              <a:defRPr sz="2100" b="0">
                <a:solidFill>
                  <a:srgbClr val="302B29"/>
                </a:solidFill>
              </a:defRPr>
            </a:lvl4pPr>
            <a:lvl5pPr>
              <a:defRPr sz="2100" b="0">
                <a:solidFill>
                  <a:srgbClr val="302B29"/>
                </a:solidFill>
              </a:defRPr>
            </a:lvl5pPr>
            <a:lvl6pPr>
              <a:defRPr sz="2100" b="0">
                <a:solidFill>
                  <a:srgbClr val="302B29"/>
                </a:solidFill>
              </a:defRPr>
            </a:lvl6pPr>
            <a:lvl7pPr>
              <a:defRPr sz="2100" b="0">
                <a:solidFill>
                  <a:srgbClr val="302B29"/>
                </a:solidFill>
              </a:defRPr>
            </a:lvl7pPr>
            <a:lvl8pPr>
              <a:defRPr sz="2100" b="0">
                <a:solidFill>
                  <a:srgbClr val="302B29"/>
                </a:solidFill>
              </a:defRPr>
            </a:lvl8pPr>
            <a:lvl9pPr>
              <a:defRPr sz="210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B29"/>
                </a:solidFill>
              </a:defRPr>
            </a:pPr>
            <a:r>
              <a:rPr sz="2100" b="0">
                <a:solidFill>
                  <a:srgbClr val="302B29"/>
                </a:solidFill>
              </a:rPr>
              <a:t>按预算与偏好</a:t>
            </a:r>
          </a:p>
          <a:p xmlns:a="http://schemas.openxmlformats.org/drawingml/2006/main">
            <a:pPr>
              <a:defRPr sz="2100" b="0">
                <a:solidFill>
                  <a:srgbClr val="302B29"/>
                </a:solidFill>
              </a:defRPr>
            </a:pPr>
            <a:r>
              <a:rPr sz="2100" b="0">
                <a:solidFill>
                  <a:srgbClr val="302B29"/>
                </a:solidFill>
              </a:rPr>
              <a:t>跨品类推荐方案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DD63B-82ED-452F-A7F8-900E7608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6E67"/>
                </a:solidFill>
              </a:defRPr>
            </a:defPPr>
            <a:lvl1pPr>
              <a:defRPr sz="1350" b="0">
                <a:solidFill>
                  <a:srgbClr val="776E67"/>
                </a:solidFill>
              </a:defRPr>
            </a:lvl1pPr>
            <a:lvl2pPr>
              <a:defRPr sz="1350" b="0">
                <a:solidFill>
                  <a:srgbClr val="776E67"/>
                </a:solidFill>
              </a:defRPr>
            </a:lvl2pPr>
            <a:lvl3pPr>
              <a:defRPr sz="1350" b="0">
                <a:solidFill>
                  <a:srgbClr val="776E67"/>
                </a:solidFill>
              </a:defRPr>
            </a:lvl3pPr>
            <a:lvl4pPr>
              <a:defRPr sz="1350" b="0">
                <a:solidFill>
                  <a:srgbClr val="776E67"/>
                </a:solidFill>
              </a:defRPr>
            </a:lvl4pPr>
            <a:lvl5pPr>
              <a:defRPr sz="1350" b="0">
                <a:solidFill>
                  <a:srgbClr val="776E67"/>
                </a:solidFill>
              </a:defRPr>
            </a:lvl5pPr>
            <a:lvl6pPr>
              <a:defRPr sz="1350" b="0">
                <a:solidFill>
                  <a:srgbClr val="776E67"/>
                </a:solidFill>
              </a:defRPr>
            </a:lvl6pPr>
            <a:lvl7pPr>
              <a:defRPr sz="1350" b="0">
                <a:solidFill>
                  <a:srgbClr val="776E67"/>
                </a:solidFill>
              </a:defRPr>
            </a:lvl7pPr>
            <a:lvl8pPr>
              <a:defRPr sz="1350" b="0">
                <a:solidFill>
                  <a:srgbClr val="776E67"/>
                </a:solidFill>
              </a:defRPr>
            </a:lvl8pPr>
            <a:lvl9pPr>
              <a:defRPr sz="135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E67"/>
                </a:solidFill>
              </a:defRPr>
            </a:pPr>
            <a:r>
              <a:rPr sz="1350" b="0">
                <a:solidFill>
                  <a:srgbClr val="776E67"/>
                </a:solidFill>
              </a:rPr>
              <a:t>www.europewedding.cn</a:t>
            </a:r>
          </a:p>
        </p:txBody>
      </p:sp>
    </p:spTree>
    <p:extLst>
      <p:ext uri="{BB962C8B-B14F-4D97-AF65-F5344CB8AC3E}">
        <p14:creationId xmlns:p14="http://schemas.microsoft.com/office/powerpoint/2010/main" val="16281243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A0279-F767-4825-A94A-CB83D518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以欧洲资源验证，逐步拓展双市场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02FED-E8D8-438B-829E-A1527A3B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7680A-2D2D-442E-9FF6-32D0D76F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642D3E"/>
                </a:solidFill>
              </a:defRPr>
            </a:defPPr>
            <a:lvl1pPr>
              <a:defRPr sz="5100" b="1">
                <a:solidFill>
                  <a:srgbClr val="642D3E"/>
                </a:solidFill>
              </a:defRPr>
            </a:lvl1pPr>
            <a:lvl2pPr>
              <a:defRPr sz="5100" b="1">
                <a:solidFill>
                  <a:srgbClr val="642D3E"/>
                </a:solidFill>
              </a:defRPr>
            </a:lvl2pPr>
            <a:lvl3pPr>
              <a:defRPr sz="5100" b="1">
                <a:solidFill>
                  <a:srgbClr val="642D3E"/>
                </a:solidFill>
              </a:defRPr>
            </a:lvl3pPr>
            <a:lvl4pPr>
              <a:defRPr sz="5100" b="1">
                <a:solidFill>
                  <a:srgbClr val="642D3E"/>
                </a:solidFill>
              </a:defRPr>
            </a:lvl4pPr>
            <a:lvl5pPr>
              <a:defRPr sz="5100" b="1">
                <a:solidFill>
                  <a:srgbClr val="642D3E"/>
                </a:solidFill>
              </a:defRPr>
            </a:lvl5pPr>
            <a:lvl6pPr>
              <a:defRPr sz="5100" b="1">
                <a:solidFill>
                  <a:srgbClr val="642D3E"/>
                </a:solidFill>
              </a:defRPr>
            </a:lvl6pPr>
            <a:lvl7pPr>
              <a:defRPr sz="5100" b="1">
                <a:solidFill>
                  <a:srgbClr val="642D3E"/>
                </a:solidFill>
              </a:defRPr>
            </a:lvl7pPr>
            <a:lvl8pPr>
              <a:defRPr sz="5100" b="1">
                <a:solidFill>
                  <a:srgbClr val="642D3E"/>
                </a:solidFill>
              </a:defRPr>
            </a:lvl8pPr>
            <a:lvl9pPr>
              <a:defRPr sz="51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642D3E"/>
                </a:solidFill>
              </a:defRPr>
            </a:pPr>
            <a:r>
              <a:rPr sz="5100" b="1">
                <a:solidFill>
                  <a:srgbClr val="642D3E"/>
                </a:solidFill>
              </a:rPr>
              <a:t>约 500 亿元 / 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0EAB0-B1F0-4FD2-BE71-588B0554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02B29"/>
                </a:solidFill>
              </a:defRPr>
            </a:defPPr>
            <a:lvl1pPr>
              <a:defRPr sz="2250" b="0">
                <a:solidFill>
                  <a:srgbClr val="302B29"/>
                </a:solidFill>
              </a:defRPr>
            </a:lvl1pPr>
            <a:lvl2pPr>
              <a:defRPr sz="2250" b="0">
                <a:solidFill>
                  <a:srgbClr val="302B29"/>
                </a:solidFill>
              </a:defRPr>
            </a:lvl2pPr>
            <a:lvl3pPr>
              <a:defRPr sz="2250" b="0">
                <a:solidFill>
                  <a:srgbClr val="302B29"/>
                </a:solidFill>
              </a:defRPr>
            </a:lvl3pPr>
            <a:lvl4pPr>
              <a:defRPr sz="2250" b="0">
                <a:solidFill>
                  <a:srgbClr val="302B29"/>
                </a:solidFill>
              </a:defRPr>
            </a:lvl4pPr>
            <a:lvl5pPr>
              <a:defRPr sz="2250" b="0">
                <a:solidFill>
                  <a:srgbClr val="302B29"/>
                </a:solidFill>
              </a:defRPr>
            </a:lvl5pPr>
            <a:lvl6pPr>
              <a:defRPr sz="2250" b="0">
                <a:solidFill>
                  <a:srgbClr val="302B29"/>
                </a:solidFill>
              </a:defRPr>
            </a:lvl6pPr>
            <a:lvl7pPr>
              <a:defRPr sz="2250" b="0">
                <a:solidFill>
                  <a:srgbClr val="302B29"/>
                </a:solidFill>
              </a:defRPr>
            </a:lvl7pPr>
            <a:lvl8pPr>
              <a:defRPr sz="2250" b="0">
                <a:solidFill>
                  <a:srgbClr val="302B29"/>
                </a:solidFill>
              </a:defRPr>
            </a:lvl8pPr>
            <a:lvl9pPr>
              <a:defRPr sz="22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02B29"/>
                </a:solidFill>
              </a:defRPr>
            </a:pPr>
            <a:r>
              <a:rPr sz="2250" b="0">
                <a:solidFill>
                  <a:srgbClr val="302B29"/>
                </a:solidFill>
              </a:rPr>
              <a:t>国内及海外目的地婚礼直接消费市场估算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CAA0A-8639-4A8E-A749-282C35CE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642D3E"/>
                </a:solidFill>
              </a:defRPr>
            </a:defPPr>
            <a:lvl1pPr>
              <a:defRPr sz="2400" b="1">
                <a:solidFill>
                  <a:srgbClr val="642D3E"/>
                </a:solidFill>
              </a:defRPr>
            </a:lvl1pPr>
            <a:lvl2pPr>
              <a:defRPr sz="2400" b="1">
                <a:solidFill>
                  <a:srgbClr val="642D3E"/>
                </a:solidFill>
              </a:defRPr>
            </a:lvl2pPr>
            <a:lvl3pPr>
              <a:defRPr sz="2400" b="1">
                <a:solidFill>
                  <a:srgbClr val="642D3E"/>
                </a:solidFill>
              </a:defRPr>
            </a:lvl3pPr>
            <a:lvl4pPr>
              <a:defRPr sz="2400" b="1">
                <a:solidFill>
                  <a:srgbClr val="642D3E"/>
                </a:solidFill>
              </a:defRPr>
            </a:lvl4pPr>
            <a:lvl5pPr>
              <a:defRPr sz="2400" b="1">
                <a:solidFill>
                  <a:srgbClr val="642D3E"/>
                </a:solidFill>
              </a:defRPr>
            </a:lvl5pPr>
            <a:lvl6pPr>
              <a:defRPr sz="2400" b="1">
                <a:solidFill>
                  <a:srgbClr val="642D3E"/>
                </a:solidFill>
              </a:defRPr>
            </a:lvl6pPr>
            <a:lvl7pPr>
              <a:defRPr sz="2400" b="1">
                <a:solidFill>
                  <a:srgbClr val="642D3E"/>
                </a:solidFill>
              </a:defRPr>
            </a:lvl7pPr>
            <a:lvl8pPr>
              <a:defRPr sz="2400" b="1">
                <a:solidFill>
                  <a:srgbClr val="642D3E"/>
                </a:solidFill>
              </a:defRPr>
            </a:lvl8pPr>
            <a:lvl9pPr>
              <a:defRPr sz="24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642D3E"/>
                </a:solidFill>
              </a:defRPr>
            </a:pPr>
            <a:r>
              <a:rPr sz="2400" b="1">
                <a:solidFill>
                  <a:srgbClr val="642D3E"/>
                </a:solidFill>
              </a:rPr>
              <a:t>国内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9859C-BC85-4DE2-B8F2-3B1B4C33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02B29"/>
                </a:solidFill>
              </a:defRPr>
            </a:defPPr>
            <a:lvl1pPr>
              <a:defRPr sz="2100" b="0">
                <a:solidFill>
                  <a:srgbClr val="302B29"/>
                </a:solidFill>
              </a:defRPr>
            </a:lvl1pPr>
            <a:lvl2pPr>
              <a:defRPr sz="2100" b="0">
                <a:solidFill>
                  <a:srgbClr val="302B29"/>
                </a:solidFill>
              </a:defRPr>
            </a:lvl2pPr>
            <a:lvl3pPr>
              <a:defRPr sz="2100" b="0">
                <a:solidFill>
                  <a:srgbClr val="302B29"/>
                </a:solidFill>
              </a:defRPr>
            </a:lvl3pPr>
            <a:lvl4pPr>
              <a:defRPr sz="2100" b="0">
                <a:solidFill>
                  <a:srgbClr val="302B29"/>
                </a:solidFill>
              </a:defRPr>
            </a:lvl4pPr>
            <a:lvl5pPr>
              <a:defRPr sz="2100" b="0">
                <a:solidFill>
                  <a:srgbClr val="302B29"/>
                </a:solidFill>
              </a:defRPr>
            </a:lvl5pPr>
            <a:lvl6pPr>
              <a:defRPr sz="2100" b="0">
                <a:solidFill>
                  <a:srgbClr val="302B29"/>
                </a:solidFill>
              </a:defRPr>
            </a:lvl6pPr>
            <a:lvl7pPr>
              <a:defRPr sz="2100" b="0">
                <a:solidFill>
                  <a:srgbClr val="302B29"/>
                </a:solidFill>
              </a:defRPr>
            </a:lvl7pPr>
            <a:lvl8pPr>
              <a:defRPr sz="2100" b="0">
                <a:solidFill>
                  <a:srgbClr val="302B29"/>
                </a:solidFill>
              </a:defRPr>
            </a:lvl8pPr>
            <a:lvl9pPr>
              <a:defRPr sz="210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B29"/>
                </a:solidFill>
              </a:defRPr>
            </a:pPr>
            <a:r>
              <a:rPr sz="2100" b="0">
                <a:solidFill>
                  <a:srgbClr val="302B29"/>
                </a:solidFill>
              </a:rPr>
              <a:t>1.5–3 万元 / 单</a:t>
            </a:r>
          </a:p>
          <a:p xmlns:a="http://schemas.openxmlformats.org/drawingml/2006/main">
            <a:pPr>
              <a:defRPr sz="2100" b="0">
                <a:solidFill>
                  <a:srgbClr val="302B29"/>
                </a:solidFill>
              </a:defRPr>
            </a:pPr>
            <a:r>
              <a:rPr sz="2100" b="0">
                <a:solidFill>
                  <a:srgbClr val="302B29"/>
                </a:solidFill>
              </a:rPr>
              <a:t>扩大用户基础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F71C3-2D30-41D6-ADF3-0174DB5B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7672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642D3E"/>
                </a:solidFill>
              </a:defRPr>
            </a:defPPr>
            <a:lvl1pPr>
              <a:defRPr sz="2400" b="1">
                <a:solidFill>
                  <a:srgbClr val="642D3E"/>
                </a:solidFill>
              </a:defRPr>
            </a:lvl1pPr>
            <a:lvl2pPr>
              <a:defRPr sz="2400" b="1">
                <a:solidFill>
                  <a:srgbClr val="642D3E"/>
                </a:solidFill>
              </a:defRPr>
            </a:lvl2pPr>
            <a:lvl3pPr>
              <a:defRPr sz="2400" b="1">
                <a:solidFill>
                  <a:srgbClr val="642D3E"/>
                </a:solidFill>
              </a:defRPr>
            </a:lvl3pPr>
            <a:lvl4pPr>
              <a:defRPr sz="2400" b="1">
                <a:solidFill>
                  <a:srgbClr val="642D3E"/>
                </a:solidFill>
              </a:defRPr>
            </a:lvl4pPr>
            <a:lvl5pPr>
              <a:defRPr sz="2400" b="1">
                <a:solidFill>
                  <a:srgbClr val="642D3E"/>
                </a:solidFill>
              </a:defRPr>
            </a:lvl5pPr>
            <a:lvl6pPr>
              <a:defRPr sz="2400" b="1">
                <a:solidFill>
                  <a:srgbClr val="642D3E"/>
                </a:solidFill>
              </a:defRPr>
            </a:lvl6pPr>
            <a:lvl7pPr>
              <a:defRPr sz="2400" b="1">
                <a:solidFill>
                  <a:srgbClr val="642D3E"/>
                </a:solidFill>
              </a:defRPr>
            </a:lvl7pPr>
            <a:lvl8pPr>
              <a:defRPr sz="2400" b="1">
                <a:solidFill>
                  <a:srgbClr val="642D3E"/>
                </a:solidFill>
              </a:defRPr>
            </a:lvl8pPr>
            <a:lvl9pPr>
              <a:defRPr sz="24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642D3E"/>
                </a:solidFill>
              </a:defRPr>
            </a:pPr>
            <a:r>
              <a:rPr sz="2400" b="1">
                <a:solidFill>
                  <a:srgbClr val="642D3E"/>
                </a:solidFill>
              </a:rPr>
              <a:t>海外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C7BCD-DCD0-4750-8AC4-0C13DE27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89585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02B29"/>
                </a:solidFill>
              </a:defRPr>
            </a:defPPr>
            <a:lvl1pPr>
              <a:defRPr sz="2100" b="0">
                <a:solidFill>
                  <a:srgbClr val="302B29"/>
                </a:solidFill>
              </a:defRPr>
            </a:lvl1pPr>
            <a:lvl2pPr>
              <a:defRPr sz="2100" b="0">
                <a:solidFill>
                  <a:srgbClr val="302B29"/>
                </a:solidFill>
              </a:defRPr>
            </a:lvl2pPr>
            <a:lvl3pPr>
              <a:defRPr sz="2100" b="0">
                <a:solidFill>
                  <a:srgbClr val="302B29"/>
                </a:solidFill>
              </a:defRPr>
            </a:lvl3pPr>
            <a:lvl4pPr>
              <a:defRPr sz="2100" b="0">
                <a:solidFill>
                  <a:srgbClr val="302B29"/>
                </a:solidFill>
              </a:defRPr>
            </a:lvl4pPr>
            <a:lvl5pPr>
              <a:defRPr sz="2100" b="0">
                <a:solidFill>
                  <a:srgbClr val="302B29"/>
                </a:solidFill>
              </a:defRPr>
            </a:lvl5pPr>
            <a:lvl6pPr>
              <a:defRPr sz="2100" b="0">
                <a:solidFill>
                  <a:srgbClr val="302B29"/>
                </a:solidFill>
              </a:defRPr>
            </a:lvl6pPr>
            <a:lvl7pPr>
              <a:defRPr sz="2100" b="0">
                <a:solidFill>
                  <a:srgbClr val="302B29"/>
                </a:solidFill>
              </a:defRPr>
            </a:lvl7pPr>
            <a:lvl8pPr>
              <a:defRPr sz="2100" b="0">
                <a:solidFill>
                  <a:srgbClr val="302B29"/>
                </a:solidFill>
              </a:defRPr>
            </a:lvl8pPr>
            <a:lvl9pPr>
              <a:defRPr sz="210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B29"/>
                </a:solidFill>
              </a:defRPr>
            </a:pPr>
            <a:r>
              <a:rPr sz="2100" b="0">
                <a:solidFill>
                  <a:srgbClr val="302B29"/>
                </a:solidFill>
              </a:rPr>
              <a:t>6–15 万元 / 单</a:t>
            </a:r>
          </a:p>
          <a:p xmlns:a="http://schemas.openxmlformats.org/drawingml/2006/main">
            <a:pPr>
              <a:defRPr sz="2100" b="0">
                <a:solidFill>
                  <a:srgbClr val="302B29"/>
                </a:solidFill>
              </a:defRPr>
            </a:pPr>
            <a:r>
              <a:rPr sz="2100" b="0">
                <a:solidFill>
                  <a:srgbClr val="302B29"/>
                </a:solidFill>
              </a:rPr>
              <a:t>提高单笔收入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9C185-4DCD-4151-8483-EC6998A0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6E67"/>
                </a:solidFill>
              </a:defRPr>
            </a:defPPr>
            <a:lvl1pPr>
              <a:defRPr sz="1350" b="0">
                <a:solidFill>
                  <a:srgbClr val="776E67"/>
                </a:solidFill>
              </a:defRPr>
            </a:lvl1pPr>
            <a:lvl2pPr>
              <a:defRPr sz="1350" b="0">
                <a:solidFill>
                  <a:srgbClr val="776E67"/>
                </a:solidFill>
              </a:defRPr>
            </a:lvl2pPr>
            <a:lvl3pPr>
              <a:defRPr sz="1350" b="0">
                <a:solidFill>
                  <a:srgbClr val="776E67"/>
                </a:solidFill>
              </a:defRPr>
            </a:lvl3pPr>
            <a:lvl4pPr>
              <a:defRPr sz="1350" b="0">
                <a:solidFill>
                  <a:srgbClr val="776E67"/>
                </a:solidFill>
              </a:defRPr>
            </a:lvl4pPr>
            <a:lvl5pPr>
              <a:defRPr sz="1350" b="0">
                <a:solidFill>
                  <a:srgbClr val="776E67"/>
                </a:solidFill>
              </a:defRPr>
            </a:lvl5pPr>
            <a:lvl6pPr>
              <a:defRPr sz="1350" b="0">
                <a:solidFill>
                  <a:srgbClr val="776E67"/>
                </a:solidFill>
              </a:defRPr>
            </a:lvl6pPr>
            <a:lvl7pPr>
              <a:defRPr sz="1350" b="0">
                <a:solidFill>
                  <a:srgbClr val="776E67"/>
                </a:solidFill>
              </a:defRPr>
            </a:lvl7pPr>
            <a:lvl8pPr>
              <a:defRPr sz="1350" b="0">
                <a:solidFill>
                  <a:srgbClr val="776E67"/>
                </a:solidFill>
              </a:defRPr>
            </a:lvl8pPr>
            <a:lvl9pPr>
              <a:defRPr sz="135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E67"/>
                </a:solidFill>
              </a:defRPr>
            </a:pPr>
            <a:r>
              <a:rPr sz="1350" b="0">
                <a:solidFill>
                  <a:srgbClr val="776E67"/>
                </a:solidFill>
              </a:rPr>
              <a:t>市场规模与客单价区间为 BP 估算，尚需成交数据验证</a:t>
            </a:r>
          </a:p>
        </p:txBody>
      </p:sp>
    </p:spTree>
    <p:extLst>
      <p:ext uri="{BB962C8B-B14F-4D97-AF65-F5344CB8AC3E}">
        <p14:creationId xmlns:p14="http://schemas.microsoft.com/office/powerpoint/2010/main" val="225367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E123E-8D29-4930-959D-4314DE39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通过交易抽佣与增值服务获得收入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734FC-B88A-44C0-A319-F29223DF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EF9AC-E91C-4EEE-8034-8CD7F2C4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642D3E"/>
                </a:solidFill>
              </a:defRPr>
            </a:defPPr>
            <a:lvl1pPr>
              <a:defRPr sz="2850" b="1">
                <a:solidFill>
                  <a:srgbClr val="642D3E"/>
                </a:solidFill>
              </a:defRPr>
            </a:lvl1pPr>
            <a:lvl2pPr>
              <a:defRPr sz="2850" b="1">
                <a:solidFill>
                  <a:srgbClr val="642D3E"/>
                </a:solidFill>
              </a:defRPr>
            </a:lvl2pPr>
            <a:lvl3pPr>
              <a:defRPr sz="2850" b="1">
                <a:solidFill>
                  <a:srgbClr val="642D3E"/>
                </a:solidFill>
              </a:defRPr>
            </a:lvl3pPr>
            <a:lvl4pPr>
              <a:defRPr sz="2850" b="1">
                <a:solidFill>
                  <a:srgbClr val="642D3E"/>
                </a:solidFill>
              </a:defRPr>
            </a:lvl4pPr>
            <a:lvl5pPr>
              <a:defRPr sz="2850" b="1">
                <a:solidFill>
                  <a:srgbClr val="642D3E"/>
                </a:solidFill>
              </a:defRPr>
            </a:lvl5pPr>
            <a:lvl6pPr>
              <a:defRPr sz="2850" b="1">
                <a:solidFill>
                  <a:srgbClr val="642D3E"/>
                </a:solidFill>
              </a:defRPr>
            </a:lvl6pPr>
            <a:lvl7pPr>
              <a:defRPr sz="2850" b="1">
                <a:solidFill>
                  <a:srgbClr val="642D3E"/>
                </a:solidFill>
              </a:defRPr>
            </a:lvl7pPr>
            <a:lvl8pPr>
              <a:defRPr sz="2850" b="1">
                <a:solidFill>
                  <a:srgbClr val="642D3E"/>
                </a:solidFill>
              </a:defRPr>
            </a:lvl8pPr>
            <a:lvl9pPr>
              <a:defRPr sz="28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642D3E"/>
                </a:solidFill>
              </a:defRPr>
            </a:pPr>
            <a:r>
              <a:rPr sz="2850" b="1">
                <a:solidFill>
                  <a:srgbClr val="642D3E"/>
                </a:solidFill>
              </a:rPr>
              <a:t>交易抽佣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49B38D-2AC6-4673-A40B-32D04056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987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642D3E"/>
                </a:solidFill>
              </a:defRPr>
            </a:defPPr>
            <a:lvl1pPr>
              <a:defRPr sz="4950" b="1">
                <a:solidFill>
                  <a:srgbClr val="642D3E"/>
                </a:solidFill>
              </a:defRPr>
            </a:lvl1pPr>
            <a:lvl2pPr>
              <a:defRPr sz="4950" b="1">
                <a:solidFill>
                  <a:srgbClr val="642D3E"/>
                </a:solidFill>
              </a:defRPr>
            </a:lvl2pPr>
            <a:lvl3pPr>
              <a:defRPr sz="4950" b="1">
                <a:solidFill>
                  <a:srgbClr val="642D3E"/>
                </a:solidFill>
              </a:defRPr>
            </a:lvl3pPr>
            <a:lvl4pPr>
              <a:defRPr sz="4950" b="1">
                <a:solidFill>
                  <a:srgbClr val="642D3E"/>
                </a:solidFill>
              </a:defRPr>
            </a:lvl4pPr>
            <a:lvl5pPr>
              <a:defRPr sz="4950" b="1">
                <a:solidFill>
                  <a:srgbClr val="642D3E"/>
                </a:solidFill>
              </a:defRPr>
            </a:lvl5pPr>
            <a:lvl6pPr>
              <a:defRPr sz="4950" b="1">
                <a:solidFill>
                  <a:srgbClr val="642D3E"/>
                </a:solidFill>
              </a:defRPr>
            </a:lvl6pPr>
            <a:lvl7pPr>
              <a:defRPr sz="4950" b="1">
                <a:solidFill>
                  <a:srgbClr val="642D3E"/>
                </a:solidFill>
              </a:defRPr>
            </a:lvl7pPr>
            <a:lvl8pPr>
              <a:defRPr sz="4950" b="1">
                <a:solidFill>
                  <a:srgbClr val="642D3E"/>
                </a:solidFill>
              </a:defRPr>
            </a:lvl8pPr>
            <a:lvl9pPr>
              <a:defRPr sz="49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642D3E"/>
                </a:solidFill>
              </a:defRPr>
            </a:pPr>
            <a:r>
              <a:rPr sz="4950" b="1">
                <a:solidFill>
                  <a:srgbClr val="642D3E"/>
                </a:solidFill>
              </a:rPr>
              <a:t>5%–8%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DA741-1935-4533-8C0F-77F731CB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4857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02B29"/>
                </a:solidFill>
              </a:defRPr>
            </a:defPPr>
            <a:lvl1pPr>
              <a:defRPr sz="2100" b="0">
                <a:solidFill>
                  <a:srgbClr val="302B29"/>
                </a:solidFill>
              </a:defRPr>
            </a:lvl1pPr>
            <a:lvl2pPr>
              <a:defRPr sz="2100" b="0">
                <a:solidFill>
                  <a:srgbClr val="302B29"/>
                </a:solidFill>
              </a:defRPr>
            </a:lvl2pPr>
            <a:lvl3pPr>
              <a:defRPr sz="2100" b="0">
                <a:solidFill>
                  <a:srgbClr val="302B29"/>
                </a:solidFill>
              </a:defRPr>
            </a:lvl3pPr>
            <a:lvl4pPr>
              <a:defRPr sz="2100" b="0">
                <a:solidFill>
                  <a:srgbClr val="302B29"/>
                </a:solidFill>
              </a:defRPr>
            </a:lvl4pPr>
            <a:lvl5pPr>
              <a:defRPr sz="2100" b="0">
                <a:solidFill>
                  <a:srgbClr val="302B29"/>
                </a:solidFill>
              </a:defRPr>
            </a:lvl5pPr>
            <a:lvl6pPr>
              <a:defRPr sz="2100" b="0">
                <a:solidFill>
                  <a:srgbClr val="302B29"/>
                </a:solidFill>
              </a:defRPr>
            </a:lvl6pPr>
            <a:lvl7pPr>
              <a:defRPr sz="2100" b="0">
                <a:solidFill>
                  <a:srgbClr val="302B29"/>
                </a:solidFill>
              </a:defRPr>
            </a:lvl7pPr>
            <a:lvl8pPr>
              <a:defRPr sz="2100" b="0">
                <a:solidFill>
                  <a:srgbClr val="302B29"/>
                </a:solidFill>
              </a:defRPr>
            </a:lvl8pPr>
            <a:lvl9pPr>
              <a:defRPr sz="210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B29"/>
                </a:solidFill>
              </a:defRPr>
            </a:pPr>
            <a:r>
              <a:rPr sz="2100" b="0">
                <a:solidFill>
                  <a:srgbClr val="302B29"/>
                </a:solidFill>
              </a:rPr>
              <a:t>国内成交佣金比例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E8F0F-A635-4B4E-95EE-8A994B42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7677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02B29"/>
                </a:solidFill>
              </a:defRPr>
            </a:defPPr>
            <a:lvl1pPr>
              <a:defRPr sz="2250" b="0">
                <a:solidFill>
                  <a:srgbClr val="302B29"/>
                </a:solidFill>
              </a:defRPr>
            </a:lvl1pPr>
            <a:lvl2pPr>
              <a:defRPr sz="2250" b="0">
                <a:solidFill>
                  <a:srgbClr val="302B29"/>
                </a:solidFill>
              </a:defRPr>
            </a:lvl2pPr>
            <a:lvl3pPr>
              <a:defRPr sz="2250" b="0">
                <a:solidFill>
                  <a:srgbClr val="302B29"/>
                </a:solidFill>
              </a:defRPr>
            </a:lvl3pPr>
            <a:lvl4pPr>
              <a:defRPr sz="2250" b="0">
                <a:solidFill>
                  <a:srgbClr val="302B29"/>
                </a:solidFill>
              </a:defRPr>
            </a:lvl4pPr>
            <a:lvl5pPr>
              <a:defRPr sz="2250" b="0">
                <a:solidFill>
                  <a:srgbClr val="302B29"/>
                </a:solidFill>
              </a:defRPr>
            </a:lvl5pPr>
            <a:lvl6pPr>
              <a:defRPr sz="2250" b="0">
                <a:solidFill>
                  <a:srgbClr val="302B29"/>
                </a:solidFill>
              </a:defRPr>
            </a:lvl6pPr>
            <a:lvl7pPr>
              <a:defRPr sz="2250" b="0">
                <a:solidFill>
                  <a:srgbClr val="302B29"/>
                </a:solidFill>
              </a:defRPr>
            </a:lvl7pPr>
            <a:lvl8pPr>
              <a:defRPr sz="2250" b="0">
                <a:solidFill>
                  <a:srgbClr val="302B29"/>
                </a:solidFill>
              </a:defRPr>
            </a:lvl8pPr>
            <a:lvl9pPr>
              <a:defRPr sz="22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02B29"/>
                </a:solidFill>
              </a:defRPr>
            </a:pPr>
            <a:r>
              <a:rPr sz="2250" b="0">
                <a:solidFill>
                  <a:srgbClr val="302B29"/>
                </a:solidFill>
              </a:rPr>
              <a:t>海外抽佣 8%–12%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85229-D431-4F47-B84B-1DADE719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526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642D3E"/>
                </a:solidFill>
              </a:defRPr>
            </a:defPPr>
            <a:lvl1pPr>
              <a:defRPr sz="2850" b="1">
                <a:solidFill>
                  <a:srgbClr val="642D3E"/>
                </a:solidFill>
              </a:defRPr>
            </a:lvl1pPr>
            <a:lvl2pPr>
              <a:defRPr sz="2850" b="1">
                <a:solidFill>
                  <a:srgbClr val="642D3E"/>
                </a:solidFill>
              </a:defRPr>
            </a:lvl2pPr>
            <a:lvl3pPr>
              <a:defRPr sz="2850" b="1">
                <a:solidFill>
                  <a:srgbClr val="642D3E"/>
                </a:solidFill>
              </a:defRPr>
            </a:lvl3pPr>
            <a:lvl4pPr>
              <a:defRPr sz="2850" b="1">
                <a:solidFill>
                  <a:srgbClr val="642D3E"/>
                </a:solidFill>
              </a:defRPr>
            </a:lvl4pPr>
            <a:lvl5pPr>
              <a:defRPr sz="2850" b="1">
                <a:solidFill>
                  <a:srgbClr val="642D3E"/>
                </a:solidFill>
              </a:defRPr>
            </a:lvl5pPr>
            <a:lvl6pPr>
              <a:defRPr sz="2850" b="1">
                <a:solidFill>
                  <a:srgbClr val="642D3E"/>
                </a:solidFill>
              </a:defRPr>
            </a:lvl6pPr>
            <a:lvl7pPr>
              <a:defRPr sz="2850" b="1">
                <a:solidFill>
                  <a:srgbClr val="642D3E"/>
                </a:solidFill>
              </a:defRPr>
            </a:lvl7pPr>
            <a:lvl8pPr>
              <a:defRPr sz="2850" b="1">
                <a:solidFill>
                  <a:srgbClr val="642D3E"/>
                </a:solidFill>
              </a:defRPr>
            </a:lvl8pPr>
            <a:lvl9pPr>
              <a:defRPr sz="28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642D3E"/>
                </a:solidFill>
              </a:defRPr>
            </a:pPr>
            <a:r>
              <a:rPr sz="2850" b="1">
                <a:solidFill>
                  <a:srgbClr val="642D3E"/>
                </a:solidFill>
              </a:rPr>
              <a:t>增值服务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02806-8617-423C-ACC9-E385F451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718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302B29"/>
                </a:solidFill>
              </a:defRPr>
            </a:defPPr>
            <a:lvl1pPr>
              <a:defRPr sz="2850" b="1">
                <a:solidFill>
                  <a:srgbClr val="302B29"/>
                </a:solidFill>
              </a:defRPr>
            </a:lvl1pPr>
            <a:lvl2pPr>
              <a:defRPr sz="2850" b="1">
                <a:solidFill>
                  <a:srgbClr val="302B29"/>
                </a:solidFill>
              </a:defRPr>
            </a:lvl2pPr>
            <a:lvl3pPr>
              <a:defRPr sz="2850" b="1">
                <a:solidFill>
                  <a:srgbClr val="302B29"/>
                </a:solidFill>
              </a:defRPr>
            </a:lvl3pPr>
            <a:lvl4pPr>
              <a:defRPr sz="2850" b="1">
                <a:solidFill>
                  <a:srgbClr val="302B29"/>
                </a:solidFill>
              </a:defRPr>
            </a:lvl4pPr>
            <a:lvl5pPr>
              <a:defRPr sz="2850" b="1">
                <a:solidFill>
                  <a:srgbClr val="302B29"/>
                </a:solidFill>
              </a:defRPr>
            </a:lvl5pPr>
            <a:lvl6pPr>
              <a:defRPr sz="2850" b="1">
                <a:solidFill>
                  <a:srgbClr val="302B29"/>
                </a:solidFill>
              </a:defRPr>
            </a:lvl6pPr>
            <a:lvl7pPr>
              <a:defRPr sz="2850" b="1">
                <a:solidFill>
                  <a:srgbClr val="302B29"/>
                </a:solidFill>
              </a:defRPr>
            </a:lvl7pPr>
            <a:lvl8pPr>
              <a:defRPr sz="2850" b="1">
                <a:solidFill>
                  <a:srgbClr val="302B29"/>
                </a:solidFill>
              </a:defRPr>
            </a:lvl8pPr>
            <a:lvl9pPr>
              <a:defRPr sz="2850" b="1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302B29"/>
                </a:solidFill>
              </a:defRPr>
            </a:pPr>
            <a:r>
              <a:rPr sz="2850" b="1">
                <a:solidFill>
                  <a:srgbClr val="302B29"/>
                </a:solidFill>
              </a:rPr>
              <a:t>用户按需选购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4B0828-B1D6-4B86-A40D-7E3B0FAB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5287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02B29"/>
                </a:solidFill>
              </a:defRPr>
            </a:defPPr>
            <a:lvl1pPr>
              <a:defRPr sz="2175" b="0">
                <a:solidFill>
                  <a:srgbClr val="302B29"/>
                </a:solidFill>
              </a:defRPr>
            </a:lvl1pPr>
            <a:lvl2pPr>
              <a:defRPr sz="2175" b="0">
                <a:solidFill>
                  <a:srgbClr val="302B29"/>
                </a:solidFill>
              </a:defRPr>
            </a:lvl2pPr>
            <a:lvl3pPr>
              <a:defRPr sz="2175" b="0">
                <a:solidFill>
                  <a:srgbClr val="302B29"/>
                </a:solidFill>
              </a:defRPr>
            </a:lvl3pPr>
            <a:lvl4pPr>
              <a:defRPr sz="2175" b="0">
                <a:solidFill>
                  <a:srgbClr val="302B29"/>
                </a:solidFill>
              </a:defRPr>
            </a:lvl4pPr>
            <a:lvl5pPr>
              <a:defRPr sz="2175" b="0">
                <a:solidFill>
                  <a:srgbClr val="302B29"/>
                </a:solidFill>
              </a:defRPr>
            </a:lvl5pPr>
            <a:lvl6pPr>
              <a:defRPr sz="2175" b="0">
                <a:solidFill>
                  <a:srgbClr val="302B29"/>
                </a:solidFill>
              </a:defRPr>
            </a:lvl6pPr>
            <a:lvl7pPr>
              <a:defRPr sz="2175" b="0">
                <a:solidFill>
                  <a:srgbClr val="302B29"/>
                </a:solidFill>
              </a:defRPr>
            </a:lvl7pPr>
            <a:lvl8pPr>
              <a:defRPr sz="2175" b="0">
                <a:solidFill>
                  <a:srgbClr val="302B29"/>
                </a:solidFill>
              </a:defRPr>
            </a:lvl8pPr>
            <a:lvl9pPr>
              <a:defRPr sz="2175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02B29"/>
                </a:solidFill>
              </a:defRPr>
            </a:pPr>
            <a:r>
              <a:rPr sz="2175" b="0">
                <a:solidFill>
                  <a:srgbClr val="302B29"/>
                </a:solidFill>
              </a:rPr>
              <a:t>花艺布置、现场乐队</a:t>
            </a:r>
          </a:p>
          <a:p xmlns:a="http://schemas.openxmlformats.org/drawingml/2006/main">
            <a:pPr>
              <a:defRPr sz="2175" b="0">
                <a:solidFill>
                  <a:srgbClr val="302B29"/>
                </a:solidFill>
              </a:defRPr>
            </a:pPr>
            <a:r>
              <a:rPr sz="2175" b="0">
                <a:solidFill>
                  <a:srgbClr val="302B29"/>
                </a:solidFill>
              </a:rPr>
              <a:t>仪式、翻译及签证协助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EE0DEF-E194-417B-BEBE-3717A837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6E67"/>
                </a:solidFill>
              </a:defRPr>
            </a:defPPr>
            <a:lvl1pPr>
              <a:defRPr sz="1350" b="0">
                <a:solidFill>
                  <a:srgbClr val="776E67"/>
                </a:solidFill>
              </a:defRPr>
            </a:lvl1pPr>
            <a:lvl2pPr>
              <a:defRPr sz="1350" b="0">
                <a:solidFill>
                  <a:srgbClr val="776E67"/>
                </a:solidFill>
              </a:defRPr>
            </a:lvl2pPr>
            <a:lvl3pPr>
              <a:defRPr sz="1350" b="0">
                <a:solidFill>
                  <a:srgbClr val="776E67"/>
                </a:solidFill>
              </a:defRPr>
            </a:lvl3pPr>
            <a:lvl4pPr>
              <a:defRPr sz="1350" b="0">
                <a:solidFill>
                  <a:srgbClr val="776E67"/>
                </a:solidFill>
              </a:defRPr>
            </a:lvl4pPr>
            <a:lvl5pPr>
              <a:defRPr sz="1350" b="0">
                <a:solidFill>
                  <a:srgbClr val="776E67"/>
                </a:solidFill>
              </a:defRPr>
            </a:lvl5pPr>
            <a:lvl6pPr>
              <a:defRPr sz="1350" b="0">
                <a:solidFill>
                  <a:srgbClr val="776E67"/>
                </a:solidFill>
              </a:defRPr>
            </a:lvl6pPr>
            <a:lvl7pPr>
              <a:defRPr sz="1350" b="0">
                <a:solidFill>
                  <a:srgbClr val="776E67"/>
                </a:solidFill>
              </a:defRPr>
            </a:lvl7pPr>
            <a:lvl8pPr>
              <a:defRPr sz="1350" b="0">
                <a:solidFill>
                  <a:srgbClr val="776E67"/>
                </a:solidFill>
              </a:defRPr>
            </a:lvl8pPr>
            <a:lvl9pPr>
              <a:defRPr sz="135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E67"/>
                </a:solidFill>
              </a:defRPr>
            </a:pPr>
            <a:r>
              <a:rPr sz="1350" b="0">
                <a:solidFill>
                  <a:srgbClr val="776E67"/>
                </a:solidFill>
              </a:rPr>
              <a:t>以上为商业模式及费率预估，需验证真实订单的收入和成本</a:t>
            </a:r>
          </a:p>
        </p:txBody>
      </p:sp>
    </p:spTree>
    <p:extLst>
      <p:ext uri="{BB962C8B-B14F-4D97-AF65-F5344CB8AC3E}">
        <p14:creationId xmlns:p14="http://schemas.microsoft.com/office/powerpoint/2010/main" val="5874561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1FDCF-E642-449E-AE77-26C76234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上线后一个月，已获得几十单用户咨询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64CFB-3E48-4AF0-8AD9-657BB435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E16B56-B31F-4C96-9CAB-831ABB00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33675"/>
            <a:ext cx="10477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642D3E"/>
                </a:solidFill>
              </a:defRPr>
            </a:defPPr>
            <a:lvl1pPr>
              <a:defRPr sz="6300" b="1">
                <a:solidFill>
                  <a:srgbClr val="642D3E"/>
                </a:solidFill>
              </a:defRPr>
            </a:lvl1pPr>
            <a:lvl2pPr>
              <a:defRPr sz="6300" b="1">
                <a:solidFill>
                  <a:srgbClr val="642D3E"/>
                </a:solidFill>
              </a:defRPr>
            </a:lvl2pPr>
            <a:lvl3pPr>
              <a:defRPr sz="6300" b="1">
                <a:solidFill>
                  <a:srgbClr val="642D3E"/>
                </a:solidFill>
              </a:defRPr>
            </a:lvl3pPr>
            <a:lvl4pPr>
              <a:defRPr sz="6300" b="1">
                <a:solidFill>
                  <a:srgbClr val="642D3E"/>
                </a:solidFill>
              </a:defRPr>
            </a:lvl4pPr>
            <a:lvl5pPr>
              <a:defRPr sz="6300" b="1">
                <a:solidFill>
                  <a:srgbClr val="642D3E"/>
                </a:solidFill>
              </a:defRPr>
            </a:lvl5pPr>
            <a:lvl6pPr>
              <a:defRPr sz="6300" b="1">
                <a:solidFill>
                  <a:srgbClr val="642D3E"/>
                </a:solidFill>
              </a:defRPr>
            </a:lvl6pPr>
            <a:lvl7pPr>
              <a:defRPr sz="6300" b="1">
                <a:solidFill>
                  <a:srgbClr val="642D3E"/>
                </a:solidFill>
              </a:defRPr>
            </a:lvl7pPr>
            <a:lvl8pPr>
              <a:defRPr sz="6300" b="1">
                <a:solidFill>
                  <a:srgbClr val="642D3E"/>
                </a:solidFill>
              </a:defRPr>
            </a:lvl8pPr>
            <a:lvl9pPr>
              <a:defRPr sz="6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6300" b="1">
                <a:solidFill>
                  <a:srgbClr val="642D3E"/>
                </a:solidFill>
              </a:defRPr>
            </a:pPr>
            <a:r>
              <a:rPr sz="6300" b="1">
                <a:solidFill>
                  <a:srgbClr val="642D3E"/>
                </a:solidFill>
              </a:rPr>
              <a:t>几十单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E1739-A40C-4BD4-A57D-744D5042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02B29"/>
                </a:solidFill>
              </a:defRPr>
            </a:defPPr>
            <a:lvl1pPr>
              <a:defRPr sz="2550" b="0">
                <a:solidFill>
                  <a:srgbClr val="302B29"/>
                </a:solidFill>
              </a:defRPr>
            </a:lvl1pPr>
            <a:lvl2pPr>
              <a:defRPr sz="2550" b="0">
                <a:solidFill>
                  <a:srgbClr val="302B29"/>
                </a:solidFill>
              </a:defRPr>
            </a:lvl2pPr>
            <a:lvl3pPr>
              <a:defRPr sz="2550" b="0">
                <a:solidFill>
                  <a:srgbClr val="302B29"/>
                </a:solidFill>
              </a:defRPr>
            </a:lvl3pPr>
            <a:lvl4pPr>
              <a:defRPr sz="2550" b="0">
                <a:solidFill>
                  <a:srgbClr val="302B29"/>
                </a:solidFill>
              </a:defRPr>
            </a:lvl4pPr>
            <a:lvl5pPr>
              <a:defRPr sz="2550" b="0">
                <a:solidFill>
                  <a:srgbClr val="302B29"/>
                </a:solidFill>
              </a:defRPr>
            </a:lvl5pPr>
            <a:lvl6pPr>
              <a:defRPr sz="2550" b="0">
                <a:solidFill>
                  <a:srgbClr val="302B29"/>
                </a:solidFill>
              </a:defRPr>
            </a:lvl6pPr>
            <a:lvl7pPr>
              <a:defRPr sz="2550" b="0">
                <a:solidFill>
                  <a:srgbClr val="302B29"/>
                </a:solidFill>
              </a:defRPr>
            </a:lvl7pPr>
            <a:lvl8pPr>
              <a:defRPr sz="2550" b="0">
                <a:solidFill>
                  <a:srgbClr val="302B29"/>
                </a:solidFill>
              </a:defRPr>
            </a:lvl8pPr>
            <a:lvl9pPr>
              <a:defRPr sz="25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302B29"/>
                </a:solidFill>
              </a:defRPr>
            </a:pPr>
            <a:r>
              <a:rPr sz="2550" b="0">
                <a:solidFill>
                  <a:srgbClr val="302B29"/>
                </a:solidFill>
              </a:rPr>
              <a:t>小范围投放获得欧洲场地婚礼咨询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CAE35-9F03-4BCD-BE4E-6C14B4B4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02B29"/>
                </a:solidFill>
              </a:defRPr>
            </a:defPPr>
            <a:lvl1pPr>
              <a:defRPr sz="2175" b="0">
                <a:solidFill>
                  <a:srgbClr val="302B29"/>
                </a:solidFill>
              </a:defRPr>
            </a:lvl1pPr>
            <a:lvl2pPr>
              <a:defRPr sz="2175" b="0">
                <a:solidFill>
                  <a:srgbClr val="302B29"/>
                </a:solidFill>
              </a:defRPr>
            </a:lvl2pPr>
            <a:lvl3pPr>
              <a:defRPr sz="2175" b="0">
                <a:solidFill>
                  <a:srgbClr val="302B29"/>
                </a:solidFill>
              </a:defRPr>
            </a:lvl3pPr>
            <a:lvl4pPr>
              <a:defRPr sz="2175" b="0">
                <a:solidFill>
                  <a:srgbClr val="302B29"/>
                </a:solidFill>
              </a:defRPr>
            </a:lvl4pPr>
            <a:lvl5pPr>
              <a:defRPr sz="2175" b="0">
                <a:solidFill>
                  <a:srgbClr val="302B29"/>
                </a:solidFill>
              </a:defRPr>
            </a:lvl5pPr>
            <a:lvl6pPr>
              <a:defRPr sz="2175" b="0">
                <a:solidFill>
                  <a:srgbClr val="302B29"/>
                </a:solidFill>
              </a:defRPr>
            </a:lvl6pPr>
            <a:lvl7pPr>
              <a:defRPr sz="2175" b="0">
                <a:solidFill>
                  <a:srgbClr val="302B29"/>
                </a:solidFill>
              </a:defRPr>
            </a:lvl7pPr>
            <a:lvl8pPr>
              <a:defRPr sz="2175" b="0">
                <a:solidFill>
                  <a:srgbClr val="302B29"/>
                </a:solidFill>
              </a:defRPr>
            </a:lvl8pPr>
            <a:lvl9pPr>
              <a:defRPr sz="2175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02B29"/>
                </a:solidFill>
              </a:defRPr>
            </a:pPr>
            <a:r>
              <a:rPr sz="2175" b="0">
                <a:solidFill>
                  <a:srgbClr val="302B29"/>
                </a:solidFill>
              </a:rPr>
              <a:t>下一步验证：咨询转化、成交与获客成本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5DEA5-B498-4F1E-A1C5-F28FD6C4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6E67"/>
                </a:solidFill>
              </a:defRPr>
            </a:defPPr>
            <a:lvl1pPr>
              <a:defRPr sz="1350" b="0">
                <a:solidFill>
                  <a:srgbClr val="776E67"/>
                </a:solidFill>
              </a:defRPr>
            </a:lvl1pPr>
            <a:lvl2pPr>
              <a:defRPr sz="1350" b="0">
                <a:solidFill>
                  <a:srgbClr val="776E67"/>
                </a:solidFill>
              </a:defRPr>
            </a:lvl2pPr>
            <a:lvl3pPr>
              <a:defRPr sz="1350" b="0">
                <a:solidFill>
                  <a:srgbClr val="776E67"/>
                </a:solidFill>
              </a:defRPr>
            </a:lvl3pPr>
            <a:lvl4pPr>
              <a:defRPr sz="1350" b="0">
                <a:solidFill>
                  <a:srgbClr val="776E67"/>
                </a:solidFill>
              </a:defRPr>
            </a:lvl4pPr>
            <a:lvl5pPr>
              <a:defRPr sz="1350" b="0">
                <a:solidFill>
                  <a:srgbClr val="776E67"/>
                </a:solidFill>
              </a:defRPr>
            </a:lvl5pPr>
            <a:lvl6pPr>
              <a:defRPr sz="1350" b="0">
                <a:solidFill>
                  <a:srgbClr val="776E67"/>
                </a:solidFill>
              </a:defRPr>
            </a:lvl6pPr>
            <a:lvl7pPr>
              <a:defRPr sz="1350" b="0">
                <a:solidFill>
                  <a:srgbClr val="776E67"/>
                </a:solidFill>
              </a:defRPr>
            </a:lvl7pPr>
            <a:lvl8pPr>
              <a:defRPr sz="1350" b="0">
                <a:solidFill>
                  <a:srgbClr val="776E67"/>
                </a:solidFill>
              </a:defRPr>
            </a:lvl8pPr>
            <a:lvl9pPr>
              <a:defRPr sz="135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E67"/>
                </a:solidFill>
              </a:defRPr>
            </a:pPr>
            <a:r>
              <a:rPr sz="1350" b="0">
                <a:solidFill>
                  <a:srgbClr val="776E67"/>
                </a:solidFill>
              </a:rPr>
              <a:t>咨询为早期需求信号，不等同于成交订单或营业收入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4C3EC2-7699-41F1-9E90-6B8989C65F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f7f76f51b24bf7"/>
          <a:stretch xmlns:a="http://schemas.openxmlformats.org/drawingml/2006/main"/>
        </p:blipFill>
        <p:spPr>
          <a:xfrm xmlns:a="http://schemas.openxmlformats.org/drawingml/2006/main">
            <a:off x="762000" y="1809750"/>
            <a:ext cx="628650" cy="628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1091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102B4-0D76-4DC1-9176-CD55AA4C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差异化集中在案例选商家与 AI 组合方案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DC9FF-C066-4FE9-AADB-33558B8E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12466-2ACD-47C5-AA7B-3C5A6D27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43225"/>
            <a:ext cx="504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642D3E"/>
                </a:solidFill>
              </a:defRPr>
            </a:defPPr>
            <a:lvl1pPr>
              <a:defRPr sz="2700" b="1">
                <a:solidFill>
                  <a:srgbClr val="642D3E"/>
                </a:solidFill>
              </a:defRPr>
            </a:lvl1pPr>
            <a:lvl2pPr>
              <a:defRPr sz="2700" b="1">
                <a:solidFill>
                  <a:srgbClr val="642D3E"/>
                </a:solidFill>
              </a:defRPr>
            </a:lvl2pPr>
            <a:lvl3pPr>
              <a:defRPr sz="2700" b="1">
                <a:solidFill>
                  <a:srgbClr val="642D3E"/>
                </a:solidFill>
              </a:defRPr>
            </a:lvl3pPr>
            <a:lvl4pPr>
              <a:defRPr sz="2700" b="1">
                <a:solidFill>
                  <a:srgbClr val="642D3E"/>
                </a:solidFill>
              </a:defRPr>
            </a:lvl4pPr>
            <a:lvl5pPr>
              <a:defRPr sz="2700" b="1">
                <a:solidFill>
                  <a:srgbClr val="642D3E"/>
                </a:solidFill>
              </a:defRPr>
            </a:lvl5pPr>
            <a:lvl6pPr>
              <a:defRPr sz="2700" b="1">
                <a:solidFill>
                  <a:srgbClr val="642D3E"/>
                </a:solidFill>
              </a:defRPr>
            </a:lvl6pPr>
            <a:lvl7pPr>
              <a:defRPr sz="2700" b="1">
                <a:solidFill>
                  <a:srgbClr val="642D3E"/>
                </a:solidFill>
              </a:defRPr>
            </a:lvl7pPr>
            <a:lvl8pPr>
              <a:defRPr sz="2700" b="1">
                <a:solidFill>
                  <a:srgbClr val="642D3E"/>
                </a:solidFill>
              </a:defRPr>
            </a:lvl8pPr>
            <a:lvl9pPr>
              <a:defRPr sz="27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642D3E"/>
                </a:solidFill>
              </a:defRPr>
            </a:pPr>
            <a:r>
              <a:rPr sz="2700" b="1">
                <a:solidFill>
                  <a:srgbClr val="642D3E"/>
                </a:solidFill>
              </a:rPr>
              <a:t>真实案例关联独立商家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17461-F715-4729-A582-5CA9BCDC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4953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02B29"/>
                </a:solidFill>
              </a:defRPr>
            </a:defPPr>
            <a:lvl1pPr>
              <a:defRPr sz="2325" b="0">
                <a:solidFill>
                  <a:srgbClr val="302B29"/>
                </a:solidFill>
              </a:defRPr>
            </a:lvl1pPr>
            <a:lvl2pPr>
              <a:defRPr sz="2325" b="0">
                <a:solidFill>
                  <a:srgbClr val="302B29"/>
                </a:solidFill>
              </a:defRPr>
            </a:lvl2pPr>
            <a:lvl3pPr>
              <a:defRPr sz="2325" b="0">
                <a:solidFill>
                  <a:srgbClr val="302B29"/>
                </a:solidFill>
              </a:defRPr>
            </a:lvl3pPr>
            <a:lvl4pPr>
              <a:defRPr sz="2325" b="0">
                <a:solidFill>
                  <a:srgbClr val="302B29"/>
                </a:solidFill>
              </a:defRPr>
            </a:lvl4pPr>
            <a:lvl5pPr>
              <a:defRPr sz="2325" b="0">
                <a:solidFill>
                  <a:srgbClr val="302B29"/>
                </a:solidFill>
              </a:defRPr>
            </a:lvl5pPr>
            <a:lvl6pPr>
              <a:defRPr sz="2325" b="0">
                <a:solidFill>
                  <a:srgbClr val="302B29"/>
                </a:solidFill>
              </a:defRPr>
            </a:lvl6pPr>
            <a:lvl7pPr>
              <a:defRPr sz="2325" b="0">
                <a:solidFill>
                  <a:srgbClr val="302B29"/>
                </a:solidFill>
              </a:defRPr>
            </a:lvl7pPr>
            <a:lvl8pPr>
              <a:defRPr sz="2325" b="0">
                <a:solidFill>
                  <a:srgbClr val="302B29"/>
                </a:solidFill>
              </a:defRPr>
            </a:lvl8pPr>
            <a:lvl9pPr>
              <a:defRPr sz="2325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02B29"/>
                </a:solidFill>
              </a:defRPr>
            </a:pPr>
            <a:r>
              <a:rPr sz="2325" b="0">
                <a:solidFill>
                  <a:srgbClr val="302B29"/>
                </a:solidFill>
              </a:rPr>
              <a:t>先看效果，再逐项选配</a:t>
            </a:r>
          </a:p>
          <a:p xmlns:a="http://schemas.openxmlformats.org/drawingml/2006/main">
            <a:pPr>
              <a:defRPr sz="2325" b="0">
                <a:solidFill>
                  <a:srgbClr val="302B29"/>
                </a:solidFill>
              </a:defRPr>
            </a:pPr>
            <a:r>
              <a:rPr sz="2325" b="0">
                <a:solidFill>
                  <a:srgbClr val="302B29"/>
                </a:solidFill>
              </a:rPr>
              <a:t>让服务和价格更容易比较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B9A19-3427-4186-ABCA-CA3672B5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43225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642D3E"/>
                </a:solidFill>
              </a:defRPr>
            </a:defPPr>
            <a:lvl1pPr>
              <a:defRPr sz="2700" b="1">
                <a:solidFill>
                  <a:srgbClr val="642D3E"/>
                </a:solidFill>
              </a:defRPr>
            </a:lvl1pPr>
            <a:lvl2pPr>
              <a:defRPr sz="2700" b="1">
                <a:solidFill>
                  <a:srgbClr val="642D3E"/>
                </a:solidFill>
              </a:defRPr>
            </a:lvl2pPr>
            <a:lvl3pPr>
              <a:defRPr sz="2700" b="1">
                <a:solidFill>
                  <a:srgbClr val="642D3E"/>
                </a:solidFill>
              </a:defRPr>
            </a:lvl3pPr>
            <a:lvl4pPr>
              <a:defRPr sz="2700" b="1">
                <a:solidFill>
                  <a:srgbClr val="642D3E"/>
                </a:solidFill>
              </a:defRPr>
            </a:lvl4pPr>
            <a:lvl5pPr>
              <a:defRPr sz="2700" b="1">
                <a:solidFill>
                  <a:srgbClr val="642D3E"/>
                </a:solidFill>
              </a:defRPr>
            </a:lvl5pPr>
            <a:lvl6pPr>
              <a:defRPr sz="2700" b="1">
                <a:solidFill>
                  <a:srgbClr val="642D3E"/>
                </a:solidFill>
              </a:defRPr>
            </a:lvl6pPr>
            <a:lvl7pPr>
              <a:defRPr sz="2700" b="1">
                <a:solidFill>
                  <a:srgbClr val="642D3E"/>
                </a:solidFill>
              </a:defRPr>
            </a:lvl7pPr>
            <a:lvl8pPr>
              <a:defRPr sz="2700" b="1">
                <a:solidFill>
                  <a:srgbClr val="642D3E"/>
                </a:solidFill>
              </a:defRPr>
            </a:lvl8pPr>
            <a:lvl9pPr>
              <a:defRPr sz="27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642D3E"/>
                </a:solidFill>
              </a:defRPr>
            </a:pPr>
            <a:r>
              <a:rPr sz="2700" b="1">
                <a:solidFill>
                  <a:srgbClr val="642D3E"/>
                </a:solidFill>
              </a:rPr>
              <a:t>跨品类匹配用户需求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33BF8-028A-4EDA-A53F-29D20C88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6672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02B29"/>
                </a:solidFill>
              </a:defRPr>
            </a:defPPr>
            <a:lvl1pPr>
              <a:defRPr sz="2325" b="0">
                <a:solidFill>
                  <a:srgbClr val="302B29"/>
                </a:solidFill>
              </a:defRPr>
            </a:lvl1pPr>
            <a:lvl2pPr>
              <a:defRPr sz="2325" b="0">
                <a:solidFill>
                  <a:srgbClr val="302B29"/>
                </a:solidFill>
              </a:defRPr>
            </a:lvl2pPr>
            <a:lvl3pPr>
              <a:defRPr sz="2325" b="0">
                <a:solidFill>
                  <a:srgbClr val="302B29"/>
                </a:solidFill>
              </a:defRPr>
            </a:lvl3pPr>
            <a:lvl4pPr>
              <a:defRPr sz="2325" b="0">
                <a:solidFill>
                  <a:srgbClr val="302B29"/>
                </a:solidFill>
              </a:defRPr>
            </a:lvl4pPr>
            <a:lvl5pPr>
              <a:defRPr sz="2325" b="0">
                <a:solidFill>
                  <a:srgbClr val="302B29"/>
                </a:solidFill>
              </a:defRPr>
            </a:lvl5pPr>
            <a:lvl6pPr>
              <a:defRPr sz="2325" b="0">
                <a:solidFill>
                  <a:srgbClr val="302B29"/>
                </a:solidFill>
              </a:defRPr>
            </a:lvl6pPr>
            <a:lvl7pPr>
              <a:defRPr sz="2325" b="0">
                <a:solidFill>
                  <a:srgbClr val="302B29"/>
                </a:solidFill>
              </a:defRPr>
            </a:lvl7pPr>
            <a:lvl8pPr>
              <a:defRPr sz="2325" b="0">
                <a:solidFill>
                  <a:srgbClr val="302B29"/>
                </a:solidFill>
              </a:defRPr>
            </a:lvl8pPr>
            <a:lvl9pPr>
              <a:defRPr sz="2325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02B29"/>
                </a:solidFill>
              </a:defRPr>
            </a:pPr>
            <a:r>
              <a:rPr sz="2325" b="0">
                <a:solidFill>
                  <a:srgbClr val="302B29"/>
                </a:solidFill>
              </a:rPr>
              <a:t>围绕预算与偏好组合方案</a:t>
            </a:r>
          </a:p>
          <a:p xmlns:a="http://schemas.openxmlformats.org/drawingml/2006/main">
            <a:pPr>
              <a:defRPr sz="2325" b="0">
                <a:solidFill>
                  <a:srgbClr val="302B29"/>
                </a:solidFill>
              </a:defRPr>
            </a:pPr>
            <a:r>
              <a:rPr sz="2325" b="0">
                <a:solidFill>
                  <a:srgbClr val="302B29"/>
                </a:solidFill>
              </a:rPr>
              <a:t>积累咨询反馈，改进推荐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F86CE-8069-4A3E-8944-8A32BA02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6E67"/>
                </a:solidFill>
              </a:defRPr>
            </a:defPPr>
            <a:lvl1pPr>
              <a:defRPr sz="1350" b="0">
                <a:solidFill>
                  <a:srgbClr val="776E67"/>
                </a:solidFill>
              </a:defRPr>
            </a:lvl1pPr>
            <a:lvl2pPr>
              <a:defRPr sz="1350" b="0">
                <a:solidFill>
                  <a:srgbClr val="776E67"/>
                </a:solidFill>
              </a:defRPr>
            </a:lvl2pPr>
            <a:lvl3pPr>
              <a:defRPr sz="1350" b="0">
                <a:solidFill>
                  <a:srgbClr val="776E67"/>
                </a:solidFill>
              </a:defRPr>
            </a:lvl3pPr>
            <a:lvl4pPr>
              <a:defRPr sz="1350" b="0">
                <a:solidFill>
                  <a:srgbClr val="776E67"/>
                </a:solidFill>
              </a:defRPr>
            </a:lvl4pPr>
            <a:lvl5pPr>
              <a:defRPr sz="1350" b="0">
                <a:solidFill>
                  <a:srgbClr val="776E67"/>
                </a:solidFill>
              </a:defRPr>
            </a:lvl5pPr>
            <a:lvl6pPr>
              <a:defRPr sz="1350" b="0">
                <a:solidFill>
                  <a:srgbClr val="776E67"/>
                </a:solidFill>
              </a:defRPr>
            </a:lvl6pPr>
            <a:lvl7pPr>
              <a:defRPr sz="1350" b="0">
                <a:solidFill>
                  <a:srgbClr val="776E67"/>
                </a:solidFill>
              </a:defRPr>
            </a:lvl7pPr>
            <a:lvl8pPr>
              <a:defRPr sz="1350" b="0">
                <a:solidFill>
                  <a:srgbClr val="776E67"/>
                </a:solidFill>
              </a:defRPr>
            </a:lvl8pPr>
            <a:lvl9pPr>
              <a:defRPr sz="135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E67"/>
                </a:solidFill>
              </a:defRPr>
            </a:pPr>
            <a:r>
              <a:rPr sz="1350" b="0">
                <a:solidFill>
                  <a:srgbClr val="776E67"/>
                </a:solidFill>
              </a:rPr>
              <a:t>供给与反馈数据积累，是后续竞争优势的基础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577D2-107F-4C32-A96D-40DAD51129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e48a870ad4926"/>
          <a:stretch xmlns:a="http://schemas.openxmlformats.org/drawingml/2006/main"/>
        </p:blipFill>
        <p:spPr>
          <a:xfrm xmlns:a="http://schemas.openxmlformats.org/drawingml/2006/main">
            <a:off x="762000" y="1905000"/>
            <a:ext cx="666750" cy="66675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8DB9F-C99B-4D34-BB7D-BF56A08100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31691a6ce14ca3"/>
          <a:stretch xmlns:a="http://schemas.openxmlformats.org/drawingml/2006/main"/>
        </p:blipFill>
        <p:spPr>
          <a:xfrm xmlns:a="http://schemas.openxmlformats.org/drawingml/2006/main">
            <a:off x="6819900" y="1905000"/>
            <a:ext cx="666750" cy="66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4806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D33EF-4215-49E4-AF99-D26FACC7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先验证获客与成交，再扩大目的地覆盖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09ABA-0917-45AB-94EC-140D6CD8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F525E-66F9-40D9-A1BD-151BF487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642D3E"/>
                </a:solidFill>
              </a:defRPr>
            </a:defPPr>
            <a:lvl1pPr>
              <a:defRPr sz="3150" b="1">
                <a:solidFill>
                  <a:srgbClr val="642D3E"/>
                </a:solidFill>
              </a:defRPr>
            </a:lvl1pPr>
            <a:lvl2pPr>
              <a:defRPr sz="3150" b="1">
                <a:solidFill>
                  <a:srgbClr val="642D3E"/>
                </a:solidFill>
              </a:defRPr>
            </a:lvl2pPr>
            <a:lvl3pPr>
              <a:defRPr sz="3150" b="1">
                <a:solidFill>
                  <a:srgbClr val="642D3E"/>
                </a:solidFill>
              </a:defRPr>
            </a:lvl3pPr>
            <a:lvl4pPr>
              <a:defRPr sz="3150" b="1">
                <a:solidFill>
                  <a:srgbClr val="642D3E"/>
                </a:solidFill>
              </a:defRPr>
            </a:lvl4pPr>
            <a:lvl5pPr>
              <a:defRPr sz="3150" b="1">
                <a:solidFill>
                  <a:srgbClr val="642D3E"/>
                </a:solidFill>
              </a:defRPr>
            </a:lvl5pPr>
            <a:lvl6pPr>
              <a:defRPr sz="3150" b="1">
                <a:solidFill>
                  <a:srgbClr val="642D3E"/>
                </a:solidFill>
              </a:defRPr>
            </a:lvl6pPr>
            <a:lvl7pPr>
              <a:defRPr sz="3150" b="1">
                <a:solidFill>
                  <a:srgbClr val="642D3E"/>
                </a:solidFill>
              </a:defRPr>
            </a:lvl7pPr>
            <a:lvl8pPr>
              <a:defRPr sz="3150" b="1">
                <a:solidFill>
                  <a:srgbClr val="642D3E"/>
                </a:solidFill>
              </a:defRPr>
            </a:lvl8pPr>
            <a:lvl9pPr>
              <a:defRPr sz="31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642D3E"/>
                </a:solidFill>
              </a:defRPr>
            </a:pPr>
            <a:r>
              <a:rPr sz="3150" b="1">
                <a:solidFill>
                  <a:srgbClr val="642D3E"/>
                </a:solidFill>
              </a:rPr>
              <a:t>前 3 个月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C2747-EDAF-4764-A3AC-65013FAB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4857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02B29"/>
                </a:solidFill>
              </a:defRPr>
            </a:defPPr>
            <a:lvl1pPr>
              <a:defRPr sz="2325" b="0">
                <a:solidFill>
                  <a:srgbClr val="302B29"/>
                </a:solidFill>
              </a:defRPr>
            </a:lvl1pPr>
            <a:lvl2pPr>
              <a:defRPr sz="2325" b="0">
                <a:solidFill>
                  <a:srgbClr val="302B29"/>
                </a:solidFill>
              </a:defRPr>
            </a:lvl2pPr>
            <a:lvl3pPr>
              <a:defRPr sz="2325" b="0">
                <a:solidFill>
                  <a:srgbClr val="302B29"/>
                </a:solidFill>
              </a:defRPr>
            </a:lvl3pPr>
            <a:lvl4pPr>
              <a:defRPr sz="2325" b="0">
                <a:solidFill>
                  <a:srgbClr val="302B29"/>
                </a:solidFill>
              </a:defRPr>
            </a:lvl4pPr>
            <a:lvl5pPr>
              <a:defRPr sz="2325" b="0">
                <a:solidFill>
                  <a:srgbClr val="302B29"/>
                </a:solidFill>
              </a:defRPr>
            </a:lvl5pPr>
            <a:lvl6pPr>
              <a:defRPr sz="2325" b="0">
                <a:solidFill>
                  <a:srgbClr val="302B29"/>
                </a:solidFill>
              </a:defRPr>
            </a:lvl6pPr>
            <a:lvl7pPr>
              <a:defRPr sz="2325" b="0">
                <a:solidFill>
                  <a:srgbClr val="302B29"/>
                </a:solidFill>
              </a:defRPr>
            </a:lvl7pPr>
            <a:lvl8pPr>
              <a:defRPr sz="2325" b="0">
                <a:solidFill>
                  <a:srgbClr val="302B29"/>
                </a:solidFill>
              </a:defRPr>
            </a:lvl8pPr>
            <a:lvl9pPr>
              <a:defRPr sz="2325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02B29"/>
                </a:solidFill>
              </a:defRPr>
            </a:pPr>
            <a:r>
              <a:rPr sz="2325" b="0">
                <a:solidFill>
                  <a:srgbClr val="302B29"/>
                </a:solidFill>
              </a:rPr>
              <a:t>招募商家，推出特色活动</a:t>
            </a:r>
          </a:p>
          <a:p xmlns:a="http://schemas.openxmlformats.org/drawingml/2006/main">
            <a:pPr>
              <a:defRPr sz="2325" b="0">
                <a:solidFill>
                  <a:srgbClr val="302B29"/>
                </a:solidFill>
              </a:defRPr>
            </a:pPr>
            <a:r>
              <a:rPr sz="2325" b="0">
                <a:solidFill>
                  <a:srgbClr val="302B29"/>
                </a:solidFill>
              </a:rPr>
              <a:t>通过案例内容获取咨询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CF3C3-4EAC-4B3D-8913-53873633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050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642D3E"/>
                </a:solidFill>
              </a:defRPr>
            </a:defPPr>
            <a:lvl1pPr>
              <a:defRPr sz="3150" b="1">
                <a:solidFill>
                  <a:srgbClr val="642D3E"/>
                </a:solidFill>
              </a:defRPr>
            </a:lvl1pPr>
            <a:lvl2pPr>
              <a:defRPr sz="3150" b="1">
                <a:solidFill>
                  <a:srgbClr val="642D3E"/>
                </a:solidFill>
              </a:defRPr>
            </a:lvl2pPr>
            <a:lvl3pPr>
              <a:defRPr sz="3150" b="1">
                <a:solidFill>
                  <a:srgbClr val="642D3E"/>
                </a:solidFill>
              </a:defRPr>
            </a:lvl3pPr>
            <a:lvl4pPr>
              <a:defRPr sz="3150" b="1">
                <a:solidFill>
                  <a:srgbClr val="642D3E"/>
                </a:solidFill>
              </a:defRPr>
            </a:lvl4pPr>
            <a:lvl5pPr>
              <a:defRPr sz="3150" b="1">
                <a:solidFill>
                  <a:srgbClr val="642D3E"/>
                </a:solidFill>
              </a:defRPr>
            </a:lvl5pPr>
            <a:lvl6pPr>
              <a:defRPr sz="3150" b="1">
                <a:solidFill>
                  <a:srgbClr val="642D3E"/>
                </a:solidFill>
              </a:defRPr>
            </a:lvl6pPr>
            <a:lvl7pPr>
              <a:defRPr sz="3150" b="1">
                <a:solidFill>
                  <a:srgbClr val="642D3E"/>
                </a:solidFill>
              </a:defRPr>
            </a:lvl7pPr>
            <a:lvl8pPr>
              <a:defRPr sz="3150" b="1">
                <a:solidFill>
                  <a:srgbClr val="642D3E"/>
                </a:solidFill>
              </a:defRPr>
            </a:lvl8pPr>
            <a:lvl9pPr>
              <a:defRPr sz="31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642D3E"/>
                </a:solidFill>
              </a:defRPr>
            </a:pPr>
            <a:r>
              <a:rPr sz="3150" b="1">
                <a:solidFill>
                  <a:srgbClr val="642D3E"/>
                </a:solidFill>
              </a:rPr>
              <a:t>验证后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876E6-04A3-417D-96A2-C7498D47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4667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02B29"/>
                </a:solidFill>
              </a:defRPr>
            </a:defPPr>
            <a:lvl1pPr>
              <a:defRPr sz="2325" b="0">
                <a:solidFill>
                  <a:srgbClr val="302B29"/>
                </a:solidFill>
              </a:defRPr>
            </a:lvl1pPr>
            <a:lvl2pPr>
              <a:defRPr sz="2325" b="0">
                <a:solidFill>
                  <a:srgbClr val="302B29"/>
                </a:solidFill>
              </a:defRPr>
            </a:lvl2pPr>
            <a:lvl3pPr>
              <a:defRPr sz="2325" b="0">
                <a:solidFill>
                  <a:srgbClr val="302B29"/>
                </a:solidFill>
              </a:defRPr>
            </a:lvl3pPr>
            <a:lvl4pPr>
              <a:defRPr sz="2325" b="0">
                <a:solidFill>
                  <a:srgbClr val="302B29"/>
                </a:solidFill>
              </a:defRPr>
            </a:lvl4pPr>
            <a:lvl5pPr>
              <a:defRPr sz="2325" b="0">
                <a:solidFill>
                  <a:srgbClr val="302B29"/>
                </a:solidFill>
              </a:defRPr>
            </a:lvl5pPr>
            <a:lvl6pPr>
              <a:defRPr sz="2325" b="0">
                <a:solidFill>
                  <a:srgbClr val="302B29"/>
                </a:solidFill>
              </a:defRPr>
            </a:lvl6pPr>
            <a:lvl7pPr>
              <a:defRPr sz="2325" b="0">
                <a:solidFill>
                  <a:srgbClr val="302B29"/>
                </a:solidFill>
              </a:defRPr>
            </a:lvl7pPr>
            <a:lvl8pPr>
              <a:defRPr sz="2325" b="0">
                <a:solidFill>
                  <a:srgbClr val="302B29"/>
                </a:solidFill>
              </a:defRPr>
            </a:lvl8pPr>
            <a:lvl9pPr>
              <a:defRPr sz="2325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02B29"/>
                </a:solidFill>
              </a:defRPr>
            </a:pPr>
            <a:r>
              <a:rPr sz="2325" b="0">
                <a:solidFill>
                  <a:srgbClr val="302B29"/>
                </a:solidFill>
              </a:rPr>
              <a:t>依据真实订单推进融资</a:t>
            </a:r>
          </a:p>
          <a:p xmlns:a="http://schemas.openxmlformats.org/drawingml/2006/main">
            <a:pPr>
              <a:defRPr sz="2325" b="0">
                <a:solidFill>
                  <a:srgbClr val="302B29"/>
                </a:solidFill>
              </a:defRPr>
            </a:pPr>
            <a:r>
              <a:rPr sz="2325" b="0">
                <a:solidFill>
                  <a:srgbClr val="302B29"/>
                </a:solidFill>
              </a:rPr>
              <a:t>复制服务规范，拓展目的地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1CF9B-FC82-43F1-B710-889D5D72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642D3E"/>
                </a:solidFill>
              </a:defRPr>
            </a:defPPr>
            <a:lvl1pPr>
              <a:defRPr sz="3750" b="1">
                <a:solidFill>
                  <a:srgbClr val="642D3E"/>
                </a:solidFill>
              </a:defRPr>
            </a:lvl1pPr>
            <a:lvl2pPr>
              <a:defRPr sz="3750" b="1">
                <a:solidFill>
                  <a:srgbClr val="642D3E"/>
                </a:solidFill>
              </a:defRPr>
            </a:lvl2pPr>
            <a:lvl3pPr>
              <a:defRPr sz="3750" b="1">
                <a:solidFill>
                  <a:srgbClr val="642D3E"/>
                </a:solidFill>
              </a:defRPr>
            </a:lvl3pPr>
            <a:lvl4pPr>
              <a:defRPr sz="3750" b="1">
                <a:solidFill>
                  <a:srgbClr val="642D3E"/>
                </a:solidFill>
              </a:defRPr>
            </a:lvl4pPr>
            <a:lvl5pPr>
              <a:defRPr sz="3750" b="1">
                <a:solidFill>
                  <a:srgbClr val="642D3E"/>
                </a:solidFill>
              </a:defRPr>
            </a:lvl5pPr>
            <a:lvl6pPr>
              <a:defRPr sz="3750" b="1">
                <a:solidFill>
                  <a:srgbClr val="642D3E"/>
                </a:solidFill>
              </a:defRPr>
            </a:lvl6pPr>
            <a:lvl7pPr>
              <a:defRPr sz="3750" b="1">
                <a:solidFill>
                  <a:srgbClr val="642D3E"/>
                </a:solidFill>
              </a:defRPr>
            </a:lvl7pPr>
            <a:lvl8pPr>
              <a:defRPr sz="3750" b="1">
                <a:solidFill>
                  <a:srgbClr val="642D3E"/>
                </a:solidFill>
              </a:defRPr>
            </a:lvl8pPr>
            <a:lvl9pPr>
              <a:defRPr sz="37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642D3E"/>
                </a:solidFill>
              </a:defRPr>
            </a:pPr>
            <a:r>
              <a:rPr sz="3750" b="1">
                <a:solidFill>
                  <a:srgbClr val="642D3E"/>
                </a:solidFill>
              </a:rPr>
              <a:t>500+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6E476-E0AE-425F-98BC-C7732C28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2B29"/>
                </a:solidFill>
              </a:defRPr>
            </a:defPPr>
            <a:lvl1pPr>
              <a:defRPr sz="1875" b="0">
                <a:solidFill>
                  <a:srgbClr val="302B29"/>
                </a:solidFill>
              </a:defRPr>
            </a:lvl1pPr>
            <a:lvl2pPr>
              <a:defRPr sz="1875" b="0">
                <a:solidFill>
                  <a:srgbClr val="302B29"/>
                </a:solidFill>
              </a:defRPr>
            </a:lvl2pPr>
            <a:lvl3pPr>
              <a:defRPr sz="1875" b="0">
                <a:solidFill>
                  <a:srgbClr val="302B29"/>
                </a:solidFill>
              </a:defRPr>
            </a:lvl3pPr>
            <a:lvl4pPr>
              <a:defRPr sz="1875" b="0">
                <a:solidFill>
                  <a:srgbClr val="302B29"/>
                </a:solidFill>
              </a:defRPr>
            </a:lvl4pPr>
            <a:lvl5pPr>
              <a:defRPr sz="1875" b="0">
                <a:solidFill>
                  <a:srgbClr val="302B29"/>
                </a:solidFill>
              </a:defRPr>
            </a:lvl5pPr>
            <a:lvl6pPr>
              <a:defRPr sz="1875" b="0">
                <a:solidFill>
                  <a:srgbClr val="302B29"/>
                </a:solidFill>
              </a:defRPr>
            </a:lvl6pPr>
            <a:lvl7pPr>
              <a:defRPr sz="1875" b="0">
                <a:solidFill>
                  <a:srgbClr val="302B29"/>
                </a:solidFill>
              </a:defRPr>
            </a:lvl7pPr>
            <a:lvl8pPr>
              <a:defRPr sz="1875" b="0">
                <a:solidFill>
                  <a:srgbClr val="302B29"/>
                </a:solidFill>
              </a:defRPr>
            </a:lvl8pPr>
            <a:lvl9pPr>
              <a:defRPr sz="1875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2B29"/>
                </a:solidFill>
              </a:defRPr>
            </a:pPr>
            <a:r>
              <a:rPr sz="1875" b="0">
                <a:solidFill>
                  <a:srgbClr val="302B29"/>
                </a:solidFill>
              </a:rPr>
              <a:t>月活用户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84B1D-3E0B-42FB-BD25-AD3C035C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38675"/>
            <a:ext cx="352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642D3E"/>
                </a:solidFill>
              </a:defRPr>
            </a:defPPr>
            <a:lvl1pPr>
              <a:defRPr sz="3750" b="1">
                <a:solidFill>
                  <a:srgbClr val="642D3E"/>
                </a:solidFill>
              </a:defRPr>
            </a:lvl1pPr>
            <a:lvl2pPr>
              <a:defRPr sz="3750" b="1">
                <a:solidFill>
                  <a:srgbClr val="642D3E"/>
                </a:solidFill>
              </a:defRPr>
            </a:lvl2pPr>
            <a:lvl3pPr>
              <a:defRPr sz="3750" b="1">
                <a:solidFill>
                  <a:srgbClr val="642D3E"/>
                </a:solidFill>
              </a:defRPr>
            </a:lvl3pPr>
            <a:lvl4pPr>
              <a:defRPr sz="3750" b="1">
                <a:solidFill>
                  <a:srgbClr val="642D3E"/>
                </a:solidFill>
              </a:defRPr>
            </a:lvl4pPr>
            <a:lvl5pPr>
              <a:defRPr sz="3750" b="1">
                <a:solidFill>
                  <a:srgbClr val="642D3E"/>
                </a:solidFill>
              </a:defRPr>
            </a:lvl5pPr>
            <a:lvl6pPr>
              <a:defRPr sz="3750" b="1">
                <a:solidFill>
                  <a:srgbClr val="642D3E"/>
                </a:solidFill>
              </a:defRPr>
            </a:lvl6pPr>
            <a:lvl7pPr>
              <a:defRPr sz="3750" b="1">
                <a:solidFill>
                  <a:srgbClr val="642D3E"/>
                </a:solidFill>
              </a:defRPr>
            </a:lvl7pPr>
            <a:lvl8pPr>
              <a:defRPr sz="3750" b="1">
                <a:solidFill>
                  <a:srgbClr val="642D3E"/>
                </a:solidFill>
              </a:defRPr>
            </a:lvl8pPr>
            <a:lvl9pPr>
              <a:defRPr sz="37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642D3E"/>
                </a:solidFill>
              </a:defRPr>
            </a:pPr>
            <a:r>
              <a:rPr sz="3750" b="1">
                <a:solidFill>
                  <a:srgbClr val="642D3E"/>
                </a:solidFill>
              </a:rPr>
              <a:t>2,000+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1FA9B2-293E-48C5-9CB2-DAC74B4D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4292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2B29"/>
                </a:solidFill>
              </a:defRPr>
            </a:defPPr>
            <a:lvl1pPr>
              <a:defRPr sz="1875" b="0">
                <a:solidFill>
                  <a:srgbClr val="302B29"/>
                </a:solidFill>
              </a:defRPr>
            </a:lvl1pPr>
            <a:lvl2pPr>
              <a:defRPr sz="1875" b="0">
                <a:solidFill>
                  <a:srgbClr val="302B29"/>
                </a:solidFill>
              </a:defRPr>
            </a:lvl2pPr>
            <a:lvl3pPr>
              <a:defRPr sz="1875" b="0">
                <a:solidFill>
                  <a:srgbClr val="302B29"/>
                </a:solidFill>
              </a:defRPr>
            </a:lvl3pPr>
            <a:lvl4pPr>
              <a:defRPr sz="1875" b="0">
                <a:solidFill>
                  <a:srgbClr val="302B29"/>
                </a:solidFill>
              </a:defRPr>
            </a:lvl4pPr>
            <a:lvl5pPr>
              <a:defRPr sz="1875" b="0">
                <a:solidFill>
                  <a:srgbClr val="302B29"/>
                </a:solidFill>
              </a:defRPr>
            </a:lvl5pPr>
            <a:lvl6pPr>
              <a:defRPr sz="1875" b="0">
                <a:solidFill>
                  <a:srgbClr val="302B29"/>
                </a:solidFill>
              </a:defRPr>
            </a:lvl6pPr>
            <a:lvl7pPr>
              <a:defRPr sz="1875" b="0">
                <a:solidFill>
                  <a:srgbClr val="302B29"/>
                </a:solidFill>
              </a:defRPr>
            </a:lvl7pPr>
            <a:lvl8pPr>
              <a:defRPr sz="1875" b="0">
                <a:solidFill>
                  <a:srgbClr val="302B29"/>
                </a:solidFill>
              </a:defRPr>
            </a:lvl8pPr>
            <a:lvl9pPr>
              <a:defRPr sz="1875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2B29"/>
                </a:solidFill>
              </a:defRPr>
            </a:pPr>
            <a:r>
              <a:rPr sz="1875" b="0">
                <a:solidFill>
                  <a:srgbClr val="302B29"/>
                </a:solidFill>
              </a:rPr>
              <a:t>合作供应商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B30C1-2ABE-4318-AEC7-4E4D35EB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38675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642D3E"/>
                </a:solidFill>
              </a:defRPr>
            </a:defPPr>
            <a:lvl1pPr>
              <a:defRPr sz="3750" b="1">
                <a:solidFill>
                  <a:srgbClr val="642D3E"/>
                </a:solidFill>
              </a:defRPr>
            </a:lvl1pPr>
            <a:lvl2pPr>
              <a:defRPr sz="3750" b="1">
                <a:solidFill>
                  <a:srgbClr val="642D3E"/>
                </a:solidFill>
              </a:defRPr>
            </a:lvl2pPr>
            <a:lvl3pPr>
              <a:defRPr sz="3750" b="1">
                <a:solidFill>
                  <a:srgbClr val="642D3E"/>
                </a:solidFill>
              </a:defRPr>
            </a:lvl3pPr>
            <a:lvl4pPr>
              <a:defRPr sz="3750" b="1">
                <a:solidFill>
                  <a:srgbClr val="642D3E"/>
                </a:solidFill>
              </a:defRPr>
            </a:lvl4pPr>
            <a:lvl5pPr>
              <a:defRPr sz="3750" b="1">
                <a:solidFill>
                  <a:srgbClr val="642D3E"/>
                </a:solidFill>
              </a:defRPr>
            </a:lvl5pPr>
            <a:lvl6pPr>
              <a:defRPr sz="3750" b="1">
                <a:solidFill>
                  <a:srgbClr val="642D3E"/>
                </a:solidFill>
              </a:defRPr>
            </a:lvl6pPr>
            <a:lvl7pPr>
              <a:defRPr sz="3750" b="1">
                <a:solidFill>
                  <a:srgbClr val="642D3E"/>
                </a:solidFill>
              </a:defRPr>
            </a:lvl7pPr>
            <a:lvl8pPr>
              <a:defRPr sz="3750" b="1">
                <a:solidFill>
                  <a:srgbClr val="642D3E"/>
                </a:solidFill>
              </a:defRPr>
            </a:lvl8pPr>
            <a:lvl9pPr>
              <a:defRPr sz="375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642D3E"/>
                </a:solidFill>
              </a:defRPr>
            </a:pPr>
            <a:r>
              <a:rPr sz="3750" b="1">
                <a:solidFill>
                  <a:srgbClr val="642D3E"/>
                </a:solidFill>
              </a:rPr>
              <a:t>200+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4A05C-06F6-4828-B993-61860361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4292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02B29"/>
                </a:solidFill>
              </a:defRPr>
            </a:defPPr>
            <a:lvl1pPr>
              <a:defRPr sz="1875" b="0">
                <a:solidFill>
                  <a:srgbClr val="302B29"/>
                </a:solidFill>
              </a:defRPr>
            </a:lvl1pPr>
            <a:lvl2pPr>
              <a:defRPr sz="1875" b="0">
                <a:solidFill>
                  <a:srgbClr val="302B29"/>
                </a:solidFill>
              </a:defRPr>
            </a:lvl2pPr>
            <a:lvl3pPr>
              <a:defRPr sz="1875" b="0">
                <a:solidFill>
                  <a:srgbClr val="302B29"/>
                </a:solidFill>
              </a:defRPr>
            </a:lvl3pPr>
            <a:lvl4pPr>
              <a:defRPr sz="1875" b="0">
                <a:solidFill>
                  <a:srgbClr val="302B29"/>
                </a:solidFill>
              </a:defRPr>
            </a:lvl4pPr>
            <a:lvl5pPr>
              <a:defRPr sz="1875" b="0">
                <a:solidFill>
                  <a:srgbClr val="302B29"/>
                </a:solidFill>
              </a:defRPr>
            </a:lvl5pPr>
            <a:lvl6pPr>
              <a:defRPr sz="1875" b="0">
                <a:solidFill>
                  <a:srgbClr val="302B29"/>
                </a:solidFill>
              </a:defRPr>
            </a:lvl6pPr>
            <a:lvl7pPr>
              <a:defRPr sz="1875" b="0">
                <a:solidFill>
                  <a:srgbClr val="302B29"/>
                </a:solidFill>
              </a:defRPr>
            </a:lvl7pPr>
            <a:lvl8pPr>
              <a:defRPr sz="1875" b="0">
                <a:solidFill>
                  <a:srgbClr val="302B29"/>
                </a:solidFill>
              </a:defRPr>
            </a:lvl8pPr>
            <a:lvl9pPr>
              <a:defRPr sz="1875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02B29"/>
                </a:solidFill>
              </a:defRPr>
            </a:pPr>
            <a:r>
              <a:rPr sz="1875" b="0">
                <a:solidFill>
                  <a:srgbClr val="302B29"/>
                </a:solidFill>
              </a:rPr>
              <a:t>成交订单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35E412-4785-46B0-AAAF-C02BA7FC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6E67"/>
                </a:solidFill>
              </a:defRPr>
            </a:defPPr>
            <a:lvl1pPr>
              <a:defRPr sz="1350" b="0">
                <a:solidFill>
                  <a:srgbClr val="776E67"/>
                </a:solidFill>
              </a:defRPr>
            </a:lvl1pPr>
            <a:lvl2pPr>
              <a:defRPr sz="1350" b="0">
                <a:solidFill>
                  <a:srgbClr val="776E67"/>
                </a:solidFill>
              </a:defRPr>
            </a:lvl2pPr>
            <a:lvl3pPr>
              <a:defRPr sz="1350" b="0">
                <a:solidFill>
                  <a:srgbClr val="776E67"/>
                </a:solidFill>
              </a:defRPr>
            </a:lvl3pPr>
            <a:lvl4pPr>
              <a:defRPr sz="1350" b="0">
                <a:solidFill>
                  <a:srgbClr val="776E67"/>
                </a:solidFill>
              </a:defRPr>
            </a:lvl4pPr>
            <a:lvl5pPr>
              <a:defRPr sz="1350" b="0">
                <a:solidFill>
                  <a:srgbClr val="776E67"/>
                </a:solidFill>
              </a:defRPr>
            </a:lvl5pPr>
            <a:lvl6pPr>
              <a:defRPr sz="1350" b="0">
                <a:solidFill>
                  <a:srgbClr val="776E67"/>
                </a:solidFill>
              </a:defRPr>
            </a:lvl6pPr>
            <a:lvl7pPr>
              <a:defRPr sz="1350" b="0">
                <a:solidFill>
                  <a:srgbClr val="776E67"/>
                </a:solidFill>
              </a:defRPr>
            </a:lvl7pPr>
            <a:lvl8pPr>
              <a:defRPr sz="1350" b="0">
                <a:solidFill>
                  <a:srgbClr val="776E67"/>
                </a:solidFill>
              </a:defRPr>
            </a:lvl8pPr>
            <a:lvl9pPr>
              <a:defRPr sz="135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E67"/>
                </a:solidFill>
              </a:defRPr>
            </a:pPr>
            <a:r>
              <a:rPr sz="1350" b="0">
                <a:solidFill>
                  <a:srgbClr val="776E67"/>
                </a:solidFill>
              </a:rPr>
              <a:t>以上为六个月规划目标，并非已达成业绩</a:t>
            </a:r>
          </a:p>
        </p:txBody>
      </p:sp>
    </p:spTree>
    <p:extLst>
      <p:ext uri="{BB962C8B-B14F-4D97-AF65-F5344CB8AC3E}">
        <p14:creationId xmlns:p14="http://schemas.microsoft.com/office/powerpoint/2010/main" val="2415469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B03C4-7453-4897-9110-5FC19F52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创始人已独立交付完整产品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812D5-F0F7-4F1B-B592-551C6CEC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91A95-6926-461C-AE31-4A5AC9BB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4953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642D3E"/>
                </a:solidFill>
              </a:defRPr>
            </a:defPPr>
            <a:lvl1pPr>
              <a:defRPr sz="4800" b="1">
                <a:solidFill>
                  <a:srgbClr val="642D3E"/>
                </a:solidFill>
              </a:defRPr>
            </a:lvl1pPr>
            <a:lvl2pPr>
              <a:defRPr sz="4800" b="1">
                <a:solidFill>
                  <a:srgbClr val="642D3E"/>
                </a:solidFill>
              </a:defRPr>
            </a:lvl2pPr>
            <a:lvl3pPr>
              <a:defRPr sz="4800" b="1">
                <a:solidFill>
                  <a:srgbClr val="642D3E"/>
                </a:solidFill>
              </a:defRPr>
            </a:lvl3pPr>
            <a:lvl4pPr>
              <a:defRPr sz="4800" b="1">
                <a:solidFill>
                  <a:srgbClr val="642D3E"/>
                </a:solidFill>
              </a:defRPr>
            </a:lvl4pPr>
            <a:lvl5pPr>
              <a:defRPr sz="4800" b="1">
                <a:solidFill>
                  <a:srgbClr val="642D3E"/>
                </a:solidFill>
              </a:defRPr>
            </a:lvl5pPr>
            <a:lvl6pPr>
              <a:defRPr sz="4800" b="1">
                <a:solidFill>
                  <a:srgbClr val="642D3E"/>
                </a:solidFill>
              </a:defRPr>
            </a:lvl6pPr>
            <a:lvl7pPr>
              <a:defRPr sz="4800" b="1">
                <a:solidFill>
                  <a:srgbClr val="642D3E"/>
                </a:solidFill>
              </a:defRPr>
            </a:lvl7pPr>
            <a:lvl8pPr>
              <a:defRPr sz="4800" b="1">
                <a:solidFill>
                  <a:srgbClr val="642D3E"/>
                </a:solidFill>
              </a:defRPr>
            </a:lvl8pPr>
            <a:lvl9pPr>
              <a:defRPr sz="48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642D3E"/>
                </a:solidFill>
              </a:defRPr>
            </a:pPr>
            <a:r>
              <a:rPr sz="4800" b="1">
                <a:solidFill>
                  <a:srgbClr val="642D3E"/>
                </a:solidFill>
              </a:rPr>
              <a:t>童伟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289F9-0D1F-43F4-A5B7-3D339644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02B29"/>
                </a:solidFill>
              </a:defRPr>
            </a:defPPr>
            <a:lvl1pPr>
              <a:defRPr sz="2250" b="0">
                <a:solidFill>
                  <a:srgbClr val="302B29"/>
                </a:solidFill>
              </a:defRPr>
            </a:lvl1pPr>
            <a:lvl2pPr>
              <a:defRPr sz="2250" b="0">
                <a:solidFill>
                  <a:srgbClr val="302B29"/>
                </a:solidFill>
              </a:defRPr>
            </a:lvl2pPr>
            <a:lvl3pPr>
              <a:defRPr sz="2250" b="0">
                <a:solidFill>
                  <a:srgbClr val="302B29"/>
                </a:solidFill>
              </a:defRPr>
            </a:lvl3pPr>
            <a:lvl4pPr>
              <a:defRPr sz="2250" b="0">
                <a:solidFill>
                  <a:srgbClr val="302B29"/>
                </a:solidFill>
              </a:defRPr>
            </a:lvl4pPr>
            <a:lvl5pPr>
              <a:defRPr sz="2250" b="0">
                <a:solidFill>
                  <a:srgbClr val="302B29"/>
                </a:solidFill>
              </a:defRPr>
            </a:lvl5pPr>
            <a:lvl6pPr>
              <a:defRPr sz="2250" b="0">
                <a:solidFill>
                  <a:srgbClr val="302B29"/>
                </a:solidFill>
              </a:defRPr>
            </a:lvl6pPr>
            <a:lvl7pPr>
              <a:defRPr sz="2250" b="0">
                <a:solidFill>
                  <a:srgbClr val="302B29"/>
                </a:solidFill>
              </a:defRPr>
            </a:lvl7pPr>
            <a:lvl8pPr>
              <a:defRPr sz="2250" b="0">
                <a:solidFill>
                  <a:srgbClr val="302B29"/>
                </a:solidFill>
              </a:defRPr>
            </a:lvl8pPr>
            <a:lvl9pPr>
              <a:defRPr sz="22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02B29"/>
                </a:solidFill>
              </a:defRPr>
            </a:pPr>
            <a:r>
              <a:rPr sz="2250" b="0">
                <a:solidFill>
                  <a:srgbClr val="302B29"/>
                </a:solidFill>
              </a:rPr>
              <a:t>创始人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B77E0-6204-497F-9A0A-C7BBECAC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5048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02B29"/>
                </a:solidFill>
              </a:defRPr>
            </a:defPPr>
            <a:lvl1pPr>
              <a:defRPr sz="2250" b="0">
                <a:solidFill>
                  <a:srgbClr val="302B29"/>
                </a:solidFill>
              </a:defRPr>
            </a:lvl1pPr>
            <a:lvl2pPr>
              <a:defRPr sz="2250" b="0">
                <a:solidFill>
                  <a:srgbClr val="302B29"/>
                </a:solidFill>
              </a:defRPr>
            </a:lvl2pPr>
            <a:lvl3pPr>
              <a:defRPr sz="2250" b="0">
                <a:solidFill>
                  <a:srgbClr val="302B29"/>
                </a:solidFill>
              </a:defRPr>
            </a:lvl3pPr>
            <a:lvl4pPr>
              <a:defRPr sz="2250" b="0">
                <a:solidFill>
                  <a:srgbClr val="302B29"/>
                </a:solidFill>
              </a:defRPr>
            </a:lvl4pPr>
            <a:lvl5pPr>
              <a:defRPr sz="2250" b="0">
                <a:solidFill>
                  <a:srgbClr val="302B29"/>
                </a:solidFill>
              </a:defRPr>
            </a:lvl5pPr>
            <a:lvl6pPr>
              <a:defRPr sz="2250" b="0">
                <a:solidFill>
                  <a:srgbClr val="302B29"/>
                </a:solidFill>
              </a:defRPr>
            </a:lvl6pPr>
            <a:lvl7pPr>
              <a:defRPr sz="2250" b="0">
                <a:solidFill>
                  <a:srgbClr val="302B29"/>
                </a:solidFill>
              </a:defRPr>
            </a:lvl7pPr>
            <a:lvl8pPr>
              <a:defRPr sz="2250" b="0">
                <a:solidFill>
                  <a:srgbClr val="302B29"/>
                </a:solidFill>
              </a:defRPr>
            </a:lvl8pPr>
            <a:lvl9pPr>
              <a:defRPr sz="22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02B29"/>
                </a:solidFill>
              </a:defRPr>
            </a:pPr>
            <a:r>
              <a:rPr sz="2250" b="0">
                <a:solidFill>
                  <a:srgbClr val="302B29"/>
                </a:solidFill>
              </a:rPr>
              <a:t>西安电子科技大学</a:t>
            </a:r>
          </a:p>
          <a:p xmlns:a="http://schemas.openxmlformats.org/drawingml/2006/main">
            <a:pPr>
              <a:defRPr sz="2250" b="0">
                <a:solidFill>
                  <a:srgbClr val="302B29"/>
                </a:solidFill>
              </a:defRPr>
            </a:pPr>
            <a:r>
              <a:rPr sz="2250" b="0">
                <a:solidFill>
                  <a:srgbClr val="302B29"/>
                </a:solidFill>
              </a:rPr>
              <a:t>前阿里巴巴工程师</a:t>
            </a:r>
          </a:p>
          <a:p xmlns:a="http://schemas.openxmlformats.org/drawingml/2006/main">
            <a:pPr>
              <a:defRPr sz="2250" b="0">
                <a:solidFill>
                  <a:srgbClr val="302B29"/>
                </a:solidFill>
              </a:defRPr>
            </a:pPr>
            <a:r>
              <a:rPr sz="2250" b="0">
                <a:solidFill>
                  <a:srgbClr val="302B29"/>
                </a:solidFill>
              </a:rPr>
              <a:t>负责整体架构与全栈开发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9B49F-4193-4241-934C-BD5F05B0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85975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642D3E"/>
                </a:solidFill>
              </a:defRPr>
            </a:defPPr>
            <a:lvl1pPr>
              <a:defRPr sz="3000" b="1">
                <a:solidFill>
                  <a:srgbClr val="642D3E"/>
                </a:solidFill>
              </a:defRPr>
            </a:lvl1pPr>
            <a:lvl2pPr>
              <a:defRPr sz="3000" b="1">
                <a:solidFill>
                  <a:srgbClr val="642D3E"/>
                </a:solidFill>
              </a:defRPr>
            </a:lvl2pPr>
            <a:lvl3pPr>
              <a:defRPr sz="3000" b="1">
                <a:solidFill>
                  <a:srgbClr val="642D3E"/>
                </a:solidFill>
              </a:defRPr>
            </a:lvl3pPr>
            <a:lvl4pPr>
              <a:defRPr sz="3000" b="1">
                <a:solidFill>
                  <a:srgbClr val="642D3E"/>
                </a:solidFill>
              </a:defRPr>
            </a:lvl4pPr>
            <a:lvl5pPr>
              <a:defRPr sz="3000" b="1">
                <a:solidFill>
                  <a:srgbClr val="642D3E"/>
                </a:solidFill>
              </a:defRPr>
            </a:lvl5pPr>
            <a:lvl6pPr>
              <a:defRPr sz="3000" b="1">
                <a:solidFill>
                  <a:srgbClr val="642D3E"/>
                </a:solidFill>
              </a:defRPr>
            </a:lvl6pPr>
            <a:lvl7pPr>
              <a:defRPr sz="3000" b="1">
                <a:solidFill>
                  <a:srgbClr val="642D3E"/>
                </a:solidFill>
              </a:defRPr>
            </a:lvl7pPr>
            <a:lvl8pPr>
              <a:defRPr sz="3000" b="1">
                <a:solidFill>
                  <a:srgbClr val="642D3E"/>
                </a:solidFill>
              </a:defRPr>
            </a:lvl8pPr>
            <a:lvl9pPr>
              <a:defRPr sz="30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642D3E"/>
                </a:solidFill>
              </a:defRPr>
            </a:pPr>
            <a:r>
              <a:rPr sz="3000" b="1">
                <a:solidFill>
                  <a:srgbClr val="642D3E"/>
                </a:solidFill>
              </a:rPr>
              <a:t>4 位技术顾问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FFBA3-2B45-40B7-A527-DCAAB286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62300"/>
            <a:ext cx="4667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02B29"/>
                </a:solidFill>
              </a:defRPr>
            </a:defPPr>
            <a:lvl1pPr>
              <a:defRPr sz="2250" b="0">
                <a:solidFill>
                  <a:srgbClr val="302B29"/>
                </a:solidFill>
              </a:defRPr>
            </a:lvl1pPr>
            <a:lvl2pPr>
              <a:defRPr sz="2250" b="0">
                <a:solidFill>
                  <a:srgbClr val="302B29"/>
                </a:solidFill>
              </a:defRPr>
            </a:lvl2pPr>
            <a:lvl3pPr>
              <a:defRPr sz="2250" b="0">
                <a:solidFill>
                  <a:srgbClr val="302B29"/>
                </a:solidFill>
              </a:defRPr>
            </a:lvl3pPr>
            <a:lvl4pPr>
              <a:defRPr sz="2250" b="0">
                <a:solidFill>
                  <a:srgbClr val="302B29"/>
                </a:solidFill>
              </a:defRPr>
            </a:lvl4pPr>
            <a:lvl5pPr>
              <a:defRPr sz="2250" b="0">
                <a:solidFill>
                  <a:srgbClr val="302B29"/>
                </a:solidFill>
              </a:defRPr>
            </a:lvl5pPr>
            <a:lvl6pPr>
              <a:defRPr sz="2250" b="0">
                <a:solidFill>
                  <a:srgbClr val="302B29"/>
                </a:solidFill>
              </a:defRPr>
            </a:lvl6pPr>
            <a:lvl7pPr>
              <a:defRPr sz="2250" b="0">
                <a:solidFill>
                  <a:srgbClr val="302B29"/>
                </a:solidFill>
              </a:defRPr>
            </a:lvl7pPr>
            <a:lvl8pPr>
              <a:defRPr sz="2250" b="0">
                <a:solidFill>
                  <a:srgbClr val="302B29"/>
                </a:solidFill>
              </a:defRPr>
            </a:lvl8pPr>
            <a:lvl9pPr>
              <a:defRPr sz="225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02B29"/>
                </a:solidFill>
              </a:defRPr>
            </a:pPr>
            <a:r>
              <a:rPr sz="2250" b="0">
                <a:solidFill>
                  <a:srgbClr val="302B29"/>
                </a:solidFill>
              </a:rPr>
              <a:t>来自阿里巴巴、携程</a:t>
            </a:r>
          </a:p>
          <a:p xmlns:a="http://schemas.openxmlformats.org/drawingml/2006/main">
            <a:pPr>
              <a:defRPr sz="2250" b="0">
                <a:solidFill>
                  <a:srgbClr val="302B29"/>
                </a:solidFill>
              </a:defRPr>
            </a:pPr>
            <a:r>
              <a:rPr sz="2250" b="0">
                <a:solidFill>
                  <a:srgbClr val="302B29"/>
                </a:solidFill>
              </a:rPr>
              <a:t>覆盖旅游技术、架构、前端与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098F2-1D29-4D3E-B455-7E5BDAEA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6E67"/>
                </a:solidFill>
              </a:defRPr>
            </a:defPPr>
            <a:lvl1pPr>
              <a:defRPr sz="1350" b="0">
                <a:solidFill>
                  <a:srgbClr val="776E67"/>
                </a:solidFill>
              </a:defRPr>
            </a:lvl1pPr>
            <a:lvl2pPr>
              <a:defRPr sz="1350" b="0">
                <a:solidFill>
                  <a:srgbClr val="776E67"/>
                </a:solidFill>
              </a:defRPr>
            </a:lvl2pPr>
            <a:lvl3pPr>
              <a:defRPr sz="1350" b="0">
                <a:solidFill>
                  <a:srgbClr val="776E67"/>
                </a:solidFill>
              </a:defRPr>
            </a:lvl3pPr>
            <a:lvl4pPr>
              <a:defRPr sz="1350" b="0">
                <a:solidFill>
                  <a:srgbClr val="776E67"/>
                </a:solidFill>
              </a:defRPr>
            </a:lvl4pPr>
            <a:lvl5pPr>
              <a:defRPr sz="1350" b="0">
                <a:solidFill>
                  <a:srgbClr val="776E67"/>
                </a:solidFill>
              </a:defRPr>
            </a:lvl5pPr>
            <a:lvl6pPr>
              <a:defRPr sz="1350" b="0">
                <a:solidFill>
                  <a:srgbClr val="776E67"/>
                </a:solidFill>
              </a:defRPr>
            </a:lvl6pPr>
            <a:lvl7pPr>
              <a:defRPr sz="1350" b="0">
                <a:solidFill>
                  <a:srgbClr val="776E67"/>
                </a:solidFill>
              </a:defRPr>
            </a:lvl7pPr>
            <a:lvl8pPr>
              <a:defRPr sz="1350" b="0">
                <a:solidFill>
                  <a:srgbClr val="776E67"/>
                </a:solidFill>
              </a:defRPr>
            </a:lvl8pPr>
            <a:lvl9pPr>
              <a:defRPr sz="135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E67"/>
                </a:solidFill>
              </a:defRPr>
            </a:pPr>
            <a:r>
              <a:rPr sz="1350" b="0">
                <a:solidFill>
                  <a:srgbClr val="776E67"/>
                </a:solidFill>
              </a:rPr>
              <a:t>技术顾问以咨询方式参与，区别于全职团队</a:t>
            </a:r>
          </a:p>
        </p:txBody>
      </p:sp>
    </p:spTree>
    <p:extLst>
      <p:ext uri="{BB962C8B-B14F-4D97-AF65-F5344CB8AC3E}">
        <p14:creationId xmlns:p14="http://schemas.microsoft.com/office/powerpoint/2010/main" val="5458985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B7F5D-A24D-48AC-85D1-AF8CBA06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642D3E"/>
                </a:solidFill>
              </a:defRPr>
            </a:defPPr>
            <a:lvl1pPr>
              <a:defRPr sz="3300" b="1">
                <a:solidFill>
                  <a:srgbClr val="642D3E"/>
                </a:solidFill>
              </a:defRPr>
            </a:lvl1pPr>
            <a:lvl2pPr>
              <a:defRPr sz="3300" b="1">
                <a:solidFill>
                  <a:srgbClr val="642D3E"/>
                </a:solidFill>
              </a:defRPr>
            </a:lvl2pPr>
            <a:lvl3pPr>
              <a:defRPr sz="3300" b="1">
                <a:solidFill>
                  <a:srgbClr val="642D3E"/>
                </a:solidFill>
              </a:defRPr>
            </a:lvl3pPr>
            <a:lvl4pPr>
              <a:defRPr sz="3300" b="1">
                <a:solidFill>
                  <a:srgbClr val="642D3E"/>
                </a:solidFill>
              </a:defRPr>
            </a:lvl4pPr>
            <a:lvl5pPr>
              <a:defRPr sz="3300" b="1">
                <a:solidFill>
                  <a:srgbClr val="642D3E"/>
                </a:solidFill>
              </a:defRPr>
            </a:lvl5pPr>
            <a:lvl6pPr>
              <a:defRPr sz="3300" b="1">
                <a:solidFill>
                  <a:srgbClr val="642D3E"/>
                </a:solidFill>
              </a:defRPr>
            </a:lvl6pPr>
            <a:lvl7pPr>
              <a:defRPr sz="3300" b="1">
                <a:solidFill>
                  <a:srgbClr val="642D3E"/>
                </a:solidFill>
              </a:defRPr>
            </a:lvl7pPr>
            <a:lvl8pPr>
              <a:defRPr sz="3300" b="1">
                <a:solidFill>
                  <a:srgbClr val="642D3E"/>
                </a:solidFill>
              </a:defRPr>
            </a:lvl8pPr>
            <a:lvl9pPr>
              <a:defRPr sz="33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642D3E"/>
                </a:solidFill>
              </a:defRPr>
            </a:pPr>
            <a:r>
              <a:rPr sz="3300" b="1">
                <a:solidFill>
                  <a:srgbClr val="642D3E"/>
                </a:solidFill>
              </a:rPr>
              <a:t>本轮拟融资 30–50 万元，验证商业模型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50143-817D-4F40-9A2A-AF31BB35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6E67"/>
                </a:solidFill>
              </a:defRPr>
            </a:defPPr>
            <a:lvl1pPr>
              <a:defRPr sz="1200" b="0">
                <a:solidFill>
                  <a:srgbClr val="776E67"/>
                </a:solidFill>
              </a:defRPr>
            </a:lvl1pPr>
            <a:lvl2pPr>
              <a:defRPr sz="1200" b="0">
                <a:solidFill>
                  <a:srgbClr val="776E67"/>
                </a:solidFill>
              </a:defRPr>
            </a:lvl2pPr>
            <a:lvl3pPr>
              <a:defRPr sz="1200" b="0">
                <a:solidFill>
                  <a:srgbClr val="776E67"/>
                </a:solidFill>
              </a:defRPr>
            </a:lvl3pPr>
            <a:lvl4pPr>
              <a:defRPr sz="1200" b="0">
                <a:solidFill>
                  <a:srgbClr val="776E67"/>
                </a:solidFill>
              </a:defRPr>
            </a:lvl4pPr>
            <a:lvl5pPr>
              <a:defRPr sz="1200" b="0">
                <a:solidFill>
                  <a:srgbClr val="776E67"/>
                </a:solidFill>
              </a:defRPr>
            </a:lvl5pPr>
            <a:lvl6pPr>
              <a:defRPr sz="1200" b="0">
                <a:solidFill>
                  <a:srgbClr val="776E67"/>
                </a:solidFill>
              </a:defRPr>
            </a:lvl6pPr>
            <a:lvl7pPr>
              <a:defRPr sz="1200" b="0">
                <a:solidFill>
                  <a:srgbClr val="776E67"/>
                </a:solidFill>
              </a:defRPr>
            </a:lvl7pPr>
            <a:lvl8pPr>
              <a:defRPr sz="1200" b="0">
                <a:solidFill>
                  <a:srgbClr val="776E67"/>
                </a:solidFill>
              </a:defRPr>
            </a:lvl8pPr>
            <a:lvl9pPr>
              <a:defRPr sz="120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76E67"/>
                </a:solidFill>
              </a:defRPr>
            </a:pPr>
            <a:r>
              <a:rPr sz="1200" b="0">
                <a:solidFill>
                  <a:srgbClr val="776E67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0AB52-570F-4A1A-9B08-D1F3C3A6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47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642D3E"/>
                </a:solidFill>
              </a:defRPr>
            </a:defPPr>
            <a:lvl1pPr>
              <a:defRPr sz="5700" b="1">
                <a:solidFill>
                  <a:srgbClr val="642D3E"/>
                </a:solidFill>
              </a:defRPr>
            </a:lvl1pPr>
            <a:lvl2pPr>
              <a:defRPr sz="5700" b="1">
                <a:solidFill>
                  <a:srgbClr val="642D3E"/>
                </a:solidFill>
              </a:defRPr>
            </a:lvl2pPr>
            <a:lvl3pPr>
              <a:defRPr sz="5700" b="1">
                <a:solidFill>
                  <a:srgbClr val="642D3E"/>
                </a:solidFill>
              </a:defRPr>
            </a:lvl3pPr>
            <a:lvl4pPr>
              <a:defRPr sz="5700" b="1">
                <a:solidFill>
                  <a:srgbClr val="642D3E"/>
                </a:solidFill>
              </a:defRPr>
            </a:lvl4pPr>
            <a:lvl5pPr>
              <a:defRPr sz="5700" b="1">
                <a:solidFill>
                  <a:srgbClr val="642D3E"/>
                </a:solidFill>
              </a:defRPr>
            </a:lvl5pPr>
            <a:lvl6pPr>
              <a:defRPr sz="5700" b="1">
                <a:solidFill>
                  <a:srgbClr val="642D3E"/>
                </a:solidFill>
              </a:defRPr>
            </a:lvl6pPr>
            <a:lvl7pPr>
              <a:defRPr sz="5700" b="1">
                <a:solidFill>
                  <a:srgbClr val="642D3E"/>
                </a:solidFill>
              </a:defRPr>
            </a:lvl7pPr>
            <a:lvl8pPr>
              <a:defRPr sz="5700" b="1">
                <a:solidFill>
                  <a:srgbClr val="642D3E"/>
                </a:solidFill>
              </a:defRPr>
            </a:lvl8pPr>
            <a:lvl9pPr>
              <a:defRPr sz="57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642D3E"/>
                </a:solidFill>
              </a:defRPr>
            </a:pPr>
            <a:r>
              <a:rPr sz="5700" b="1">
                <a:solidFill>
                  <a:srgbClr val="642D3E"/>
                </a:solidFill>
              </a:rPr>
              <a:t>30–50 万元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0DC38-C8D4-4FE8-A840-1845A746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302B29"/>
                </a:solidFill>
              </a:defRPr>
            </a:defPPr>
            <a:lvl1pPr>
              <a:defRPr sz="2700" b="0">
                <a:solidFill>
                  <a:srgbClr val="302B29"/>
                </a:solidFill>
              </a:defRPr>
            </a:lvl1pPr>
            <a:lvl2pPr>
              <a:defRPr sz="2700" b="0">
                <a:solidFill>
                  <a:srgbClr val="302B29"/>
                </a:solidFill>
              </a:defRPr>
            </a:lvl2pPr>
            <a:lvl3pPr>
              <a:defRPr sz="2700" b="0">
                <a:solidFill>
                  <a:srgbClr val="302B29"/>
                </a:solidFill>
              </a:defRPr>
            </a:lvl3pPr>
            <a:lvl4pPr>
              <a:defRPr sz="2700" b="0">
                <a:solidFill>
                  <a:srgbClr val="302B29"/>
                </a:solidFill>
              </a:defRPr>
            </a:lvl4pPr>
            <a:lvl5pPr>
              <a:defRPr sz="2700" b="0">
                <a:solidFill>
                  <a:srgbClr val="302B29"/>
                </a:solidFill>
              </a:defRPr>
            </a:lvl5pPr>
            <a:lvl6pPr>
              <a:defRPr sz="2700" b="0">
                <a:solidFill>
                  <a:srgbClr val="302B29"/>
                </a:solidFill>
              </a:defRPr>
            </a:lvl6pPr>
            <a:lvl7pPr>
              <a:defRPr sz="2700" b="0">
                <a:solidFill>
                  <a:srgbClr val="302B29"/>
                </a:solidFill>
              </a:defRPr>
            </a:lvl7pPr>
            <a:lvl8pPr>
              <a:defRPr sz="2700" b="0">
                <a:solidFill>
                  <a:srgbClr val="302B29"/>
                </a:solidFill>
              </a:defRPr>
            </a:lvl8pPr>
            <a:lvl9pPr>
              <a:defRPr sz="2700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302B29"/>
                </a:solidFill>
              </a:defRPr>
            </a:pPr>
            <a:r>
              <a:rPr sz="2700" b="0">
                <a:solidFill>
                  <a:srgbClr val="302B29"/>
                </a:solidFill>
              </a:rPr>
              <a:t>拟出让 5% 股份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7FDAC-C3D5-4C6D-9147-95285C5B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02B29"/>
                </a:solidFill>
              </a:defRPr>
            </a:defPPr>
            <a:lvl1pPr>
              <a:defRPr sz="2325" b="0">
                <a:solidFill>
                  <a:srgbClr val="302B29"/>
                </a:solidFill>
              </a:defRPr>
            </a:lvl1pPr>
            <a:lvl2pPr>
              <a:defRPr sz="2325" b="0">
                <a:solidFill>
                  <a:srgbClr val="302B29"/>
                </a:solidFill>
              </a:defRPr>
            </a:lvl2pPr>
            <a:lvl3pPr>
              <a:defRPr sz="2325" b="0">
                <a:solidFill>
                  <a:srgbClr val="302B29"/>
                </a:solidFill>
              </a:defRPr>
            </a:lvl3pPr>
            <a:lvl4pPr>
              <a:defRPr sz="2325" b="0">
                <a:solidFill>
                  <a:srgbClr val="302B29"/>
                </a:solidFill>
              </a:defRPr>
            </a:lvl4pPr>
            <a:lvl5pPr>
              <a:defRPr sz="2325" b="0">
                <a:solidFill>
                  <a:srgbClr val="302B29"/>
                </a:solidFill>
              </a:defRPr>
            </a:lvl5pPr>
            <a:lvl6pPr>
              <a:defRPr sz="2325" b="0">
                <a:solidFill>
                  <a:srgbClr val="302B29"/>
                </a:solidFill>
              </a:defRPr>
            </a:lvl6pPr>
            <a:lvl7pPr>
              <a:defRPr sz="2325" b="0">
                <a:solidFill>
                  <a:srgbClr val="302B29"/>
                </a:solidFill>
              </a:defRPr>
            </a:lvl7pPr>
            <a:lvl8pPr>
              <a:defRPr sz="2325" b="0">
                <a:solidFill>
                  <a:srgbClr val="302B29"/>
                </a:solidFill>
              </a:defRPr>
            </a:lvl8pPr>
            <a:lvl9pPr>
              <a:defRPr sz="2325" b="0">
                <a:solidFill>
                  <a:srgbClr val="302B29"/>
                </a:solidFill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02B29"/>
                </a:solidFill>
              </a:defRPr>
            </a:pPr>
            <a:r>
              <a:rPr sz="2325" b="0">
                <a:solidFill>
                  <a:srgbClr val="302B29"/>
                </a:solidFill>
              </a:rPr>
              <a:t>资金用于：核心运转、商家招募与市场验证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6EC6D-CA18-4475-8F6F-21EFF0F6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642D3E"/>
                </a:solidFill>
              </a:defRPr>
            </a:defPPr>
            <a:lvl1pPr>
              <a:defRPr sz="2100" b="1">
                <a:solidFill>
                  <a:srgbClr val="642D3E"/>
                </a:solidFill>
              </a:defRPr>
            </a:lvl1pPr>
            <a:lvl2pPr>
              <a:defRPr sz="2100" b="1">
                <a:solidFill>
                  <a:srgbClr val="642D3E"/>
                </a:solidFill>
              </a:defRPr>
            </a:lvl2pPr>
            <a:lvl3pPr>
              <a:defRPr sz="2100" b="1">
                <a:solidFill>
                  <a:srgbClr val="642D3E"/>
                </a:solidFill>
              </a:defRPr>
            </a:lvl3pPr>
            <a:lvl4pPr>
              <a:defRPr sz="2100" b="1">
                <a:solidFill>
                  <a:srgbClr val="642D3E"/>
                </a:solidFill>
              </a:defRPr>
            </a:lvl4pPr>
            <a:lvl5pPr>
              <a:defRPr sz="2100" b="1">
                <a:solidFill>
                  <a:srgbClr val="642D3E"/>
                </a:solidFill>
              </a:defRPr>
            </a:lvl5pPr>
            <a:lvl6pPr>
              <a:defRPr sz="2100" b="1">
                <a:solidFill>
                  <a:srgbClr val="642D3E"/>
                </a:solidFill>
              </a:defRPr>
            </a:lvl6pPr>
            <a:lvl7pPr>
              <a:defRPr sz="2100" b="1">
                <a:solidFill>
                  <a:srgbClr val="642D3E"/>
                </a:solidFill>
              </a:defRPr>
            </a:lvl7pPr>
            <a:lvl8pPr>
              <a:defRPr sz="2100" b="1">
                <a:solidFill>
                  <a:srgbClr val="642D3E"/>
                </a:solidFill>
              </a:defRPr>
            </a:lvl8pPr>
            <a:lvl9pPr>
              <a:defRPr sz="2100" b="1">
                <a:solidFill>
                  <a:srgbClr val="642D3E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642D3E"/>
                </a:solidFill>
              </a:defRPr>
            </a:pPr>
            <a:r>
              <a:rPr sz="2100" b="1">
                <a:solidFill>
                  <a:srgbClr val="642D3E"/>
                </a:solidFill>
              </a:rPr>
              <a:t>完整六个月预算 262 万元，后续需补充资金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2EB4A-9B96-4997-A99A-6EB18084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76E67"/>
                </a:solidFill>
              </a:defRPr>
            </a:defPPr>
            <a:lvl1pPr>
              <a:defRPr sz="1350" b="0">
                <a:solidFill>
                  <a:srgbClr val="776E67"/>
                </a:solidFill>
              </a:defRPr>
            </a:lvl1pPr>
            <a:lvl2pPr>
              <a:defRPr sz="1350" b="0">
                <a:solidFill>
                  <a:srgbClr val="776E67"/>
                </a:solidFill>
              </a:defRPr>
            </a:lvl2pPr>
            <a:lvl3pPr>
              <a:defRPr sz="1350" b="0">
                <a:solidFill>
                  <a:srgbClr val="776E67"/>
                </a:solidFill>
              </a:defRPr>
            </a:lvl3pPr>
            <a:lvl4pPr>
              <a:defRPr sz="1350" b="0">
                <a:solidFill>
                  <a:srgbClr val="776E67"/>
                </a:solidFill>
              </a:defRPr>
            </a:lvl4pPr>
            <a:lvl5pPr>
              <a:defRPr sz="1350" b="0">
                <a:solidFill>
                  <a:srgbClr val="776E67"/>
                </a:solidFill>
              </a:defRPr>
            </a:lvl5pPr>
            <a:lvl6pPr>
              <a:defRPr sz="1350" b="0">
                <a:solidFill>
                  <a:srgbClr val="776E67"/>
                </a:solidFill>
              </a:defRPr>
            </a:lvl6pPr>
            <a:lvl7pPr>
              <a:defRPr sz="1350" b="0">
                <a:solidFill>
                  <a:srgbClr val="776E67"/>
                </a:solidFill>
              </a:defRPr>
            </a:lvl7pPr>
            <a:lvl8pPr>
              <a:defRPr sz="1350" b="0">
                <a:solidFill>
                  <a:srgbClr val="776E67"/>
                </a:solidFill>
              </a:defRPr>
            </a:lvl8pPr>
            <a:lvl9pPr>
              <a:defRPr sz="1350" b="0">
                <a:solidFill>
                  <a:srgbClr val="776E6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776E67"/>
                </a:solidFill>
              </a:defRPr>
            </a:pPr>
            <a:r>
              <a:rPr sz="1350" b="0">
                <a:solidFill>
                  <a:srgbClr val="776E67"/>
                </a:solidFill>
              </a:rPr>
              <a:t>童伟  15536500878     微信 13170018151     www.europewedding.cn</a:t>
            </a:r>
          </a:p>
        </p:txBody>
      </p:sp>
    </p:spTree>
    <p:extLst>
      <p:ext uri="{BB962C8B-B14F-4D97-AF65-F5344CB8AC3E}">
        <p14:creationId xmlns:p14="http://schemas.microsoft.com/office/powerpoint/2010/main" val="15719009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2026-10-23T15:06:37.2580000Z</dcterms:created>
  <dcterms:modified xsi:type="dcterms:W3CDTF">2026-10-23T15:06:37.2580000Z</dcterms:modified>
</coreProperties>
</file>